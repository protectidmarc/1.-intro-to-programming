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6858000" cy="9144000"/>
  <p:embeddedFontLst>
    <p:embeddedFont>
      <p:font typeface="Nunito" panose="020B0604020202020204" charset="0"/>
      <p:regular r:id="rId16"/>
      <p:bold r:id="rId17"/>
      <p:italic r:id="rId18"/>
      <p:boldItalic r:id="rId19"/>
    </p:embeddedFont>
    <p:embeddedFont>
      <p:font typeface="Playfair Display" panose="020B0604020202020204" charset="0"/>
      <p:regular r:id="rId20"/>
      <p:bold r:id="rId21"/>
      <p:italic r:id="rId22"/>
      <p:boldItalic r:id="rId23"/>
    </p:embeddedFont>
    <p:embeddedFont>
      <p:font typeface="Roboto" panose="020B0604020202020204"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4D7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9034" autoAdjust="0"/>
    <p:restoredTop sz="94660"/>
  </p:normalViewPr>
  <p:slideViewPr>
    <p:cSldViewPr snapToGrid="0">
      <p:cViewPr varScale="1">
        <p:scale>
          <a:sx n="72" d="100"/>
          <a:sy n="72" d="100"/>
        </p:scale>
        <p:origin x="58" y="893"/>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3" name="Google Shape;8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8" name="Google Shape;88;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4" name="Google Shape;94;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 name="Google Shape;101;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7" name="Google Shape;107;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 name="Google Shape;116;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2" name="Google Shape;122;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4" name="Google Shape;144;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9" name="Google Shape;149;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5" name="Google Shape;155;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8" name="Google Shape;168;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4"/>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12;p2"/>
            <p:cNvSpPr/>
            <p:nvPr/>
          </p:nvSpPr>
          <p:spPr>
            <a:xfrm flipH="1">
              <a:off x="7113463" y="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2"/>
            <p:cNvSpPr/>
            <p:nvPr/>
          </p:nvSpPr>
          <p:spPr>
            <a:xfrm rot="10800000" flipH="1">
              <a:off x="7113588" y="107"/>
              <a:ext cx="1015200" cy="1015200"/>
            </a:xfrm>
            <a:prstGeom prst="rtTriangl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 name="Google Shape;14;p2"/>
            <p:cNvSpPr/>
            <p:nvPr/>
          </p:nvSpPr>
          <p:spPr>
            <a:xfrm rot="10800000">
              <a:off x="6098378" y="97"/>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 name="Google Shape;15;p2"/>
            <p:cNvSpPr/>
            <p:nvPr/>
          </p:nvSpPr>
          <p:spPr>
            <a:xfrm rot="10800000">
              <a:off x="8128789" y="101537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6" name="Google Shape;16;p2"/>
          <p:cNvSpPr txBox="1">
            <a:spLocks noGrp="1"/>
          </p:cNvSpPr>
          <p:nvPr>
            <p:ph type="title"/>
          </p:nvPr>
        </p:nvSpPr>
        <p:spPr>
          <a:xfrm>
            <a:off x="490250" y="526350"/>
            <a:ext cx="56187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a:endParaRPr/>
          </a:p>
        </p:txBody>
      </p:sp>
      <p:sp>
        <p:nvSpPr>
          <p:cNvPr id="17" name="Google Shape;17;p2"/>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grpSp>
        <p:nvGrpSpPr>
          <p:cNvPr id="19" name="Google Shape;19;p3"/>
          <p:cNvGrpSpPr/>
          <p:nvPr/>
        </p:nvGrpSpPr>
        <p:grpSpPr>
          <a:xfrm>
            <a:off x="0" y="3903669"/>
            <a:ext cx="9144000" cy="1239925"/>
            <a:chOff x="0" y="3903669"/>
            <a:chExt cx="9144000" cy="1239925"/>
          </a:xfrm>
        </p:grpSpPr>
        <p:sp>
          <p:nvSpPr>
            <p:cNvPr id="20" name="Google Shape;20;p3"/>
            <p:cNvSpPr/>
            <p:nvPr/>
          </p:nvSpPr>
          <p:spPr>
            <a:xfrm>
              <a:off x="8154895"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21;p3"/>
            <p:cNvSpPr/>
            <p:nvPr/>
          </p:nvSpPr>
          <p:spPr>
            <a:xfrm flipH="1">
              <a:off x="6181163"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 name="Google Shape;22;p3"/>
            <p:cNvSpPr/>
            <p:nvPr/>
          </p:nvSpPr>
          <p:spPr>
            <a:xfrm>
              <a:off x="7170274" y="3903669"/>
              <a:ext cx="989100" cy="9879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23;p3"/>
            <p:cNvSpPr/>
            <p:nvPr/>
          </p:nvSpPr>
          <p:spPr>
            <a:xfrm rot="10800000">
              <a:off x="8154757" y="3903682"/>
              <a:ext cx="989100" cy="987900"/>
            </a:xfrm>
            <a:prstGeom prst="rtTriangl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 name="Google Shape;24;p3"/>
            <p:cNvSpPr/>
            <p:nvPr/>
          </p:nvSpPr>
          <p:spPr>
            <a:xfrm>
              <a:off x="0" y="4891594"/>
              <a:ext cx="9144000" cy="2520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5" name="Google Shape;25;p3"/>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26" name="Google Shape;26;p3"/>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27" name="Google Shape;27;p3"/>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8"/>
        <p:cNvGrpSpPr/>
        <p:nvPr/>
      </p:nvGrpSpPr>
      <p:grpSpPr>
        <a:xfrm>
          <a:off x="0" y="0"/>
          <a:ext cx="0" cy="0"/>
          <a:chOff x="0" y="0"/>
          <a:chExt cx="0" cy="0"/>
        </a:xfrm>
      </p:grpSpPr>
      <p:sp>
        <p:nvSpPr>
          <p:cNvPr id="29" name="Google Shape;29;p4"/>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0"/>
        <p:cNvGrpSpPr/>
        <p:nvPr/>
      </p:nvGrpSpPr>
      <p:grpSpPr>
        <a:xfrm>
          <a:off x="0" y="0"/>
          <a:ext cx="0" cy="0"/>
          <a:chOff x="0" y="0"/>
          <a:chExt cx="0" cy="0"/>
        </a:xfrm>
      </p:grpSpPr>
      <p:sp>
        <p:nvSpPr>
          <p:cNvPr id="31" name="Google Shape;31;p5"/>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32" name="Google Shape;32;p5"/>
          <p:cNvSpPr txBox="1">
            <a:spLocks noGrp="1"/>
          </p:cNvSpPr>
          <p:nvPr>
            <p:ph type="body" idx="1"/>
          </p:nvPr>
        </p:nvSpPr>
        <p:spPr>
          <a:xfrm>
            <a:off x="311700" y="1229975"/>
            <a:ext cx="3999900" cy="3339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3" name="Google Shape;33;p5"/>
          <p:cNvSpPr txBox="1">
            <a:spLocks noGrp="1"/>
          </p:cNvSpPr>
          <p:nvPr>
            <p:ph type="body" idx="2"/>
          </p:nvPr>
        </p:nvSpPr>
        <p:spPr>
          <a:xfrm>
            <a:off x="4832400" y="1229975"/>
            <a:ext cx="3999900" cy="3339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4" name="Google Shape;34;p5"/>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35"/>
        <p:cNvGrpSpPr/>
        <p:nvPr/>
      </p:nvGrpSpPr>
      <p:grpSpPr>
        <a:xfrm>
          <a:off x="0" y="0"/>
          <a:ext cx="0" cy="0"/>
          <a:chOff x="0" y="0"/>
          <a:chExt cx="0" cy="0"/>
        </a:xfrm>
      </p:grpSpPr>
      <p:grpSp>
        <p:nvGrpSpPr>
          <p:cNvPr id="36" name="Google Shape;36;p6"/>
          <p:cNvGrpSpPr/>
          <p:nvPr/>
        </p:nvGrpSpPr>
        <p:grpSpPr>
          <a:xfrm>
            <a:off x="6098378" y="5"/>
            <a:ext cx="3045625" cy="2030570"/>
            <a:chOff x="6098378" y="5"/>
            <a:chExt cx="3045625" cy="2030570"/>
          </a:xfrm>
        </p:grpSpPr>
        <p:sp>
          <p:nvSpPr>
            <p:cNvPr id="37" name="Google Shape;37;p6"/>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 name="Google Shape;38;p6"/>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39;p6"/>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 name="Google Shape;40;p6"/>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p6"/>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2" name="Google Shape;42;p6"/>
          <p:cNvSpPr txBox="1">
            <a:spLocks noGrp="1"/>
          </p:cNvSpPr>
          <p:nvPr>
            <p:ph type="ctrTitle"/>
          </p:nvPr>
        </p:nvSpPr>
        <p:spPr>
          <a:xfrm>
            <a:off x="598100" y="1775222"/>
            <a:ext cx="8222100" cy="838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a:endParaRPr/>
          </a:p>
        </p:txBody>
      </p:sp>
      <p:sp>
        <p:nvSpPr>
          <p:cNvPr id="43" name="Google Shape;43;p6"/>
          <p:cNvSpPr txBox="1">
            <a:spLocks noGrp="1"/>
          </p:cNvSpPr>
          <p:nvPr>
            <p:ph type="subTitle" idx="1"/>
          </p:nvPr>
        </p:nvSpPr>
        <p:spPr>
          <a:xfrm>
            <a:off x="598088" y="2715913"/>
            <a:ext cx="8222100" cy="432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2100"/>
              <a:buNone/>
              <a:defRPr sz="2100">
                <a:solidFill>
                  <a:schemeClr val="lt1"/>
                </a:solidFill>
              </a:defRPr>
            </a:lvl1pPr>
            <a:lvl2pPr lvl="1" algn="l">
              <a:lnSpc>
                <a:spcPct val="100000"/>
              </a:lnSpc>
              <a:spcBef>
                <a:spcPts val="0"/>
              </a:spcBef>
              <a:spcAft>
                <a:spcPts val="0"/>
              </a:spcAft>
              <a:buClr>
                <a:schemeClr val="lt1"/>
              </a:buClr>
              <a:buSzPts val="2100"/>
              <a:buNone/>
              <a:defRPr sz="2100">
                <a:solidFill>
                  <a:schemeClr val="lt1"/>
                </a:solidFill>
              </a:defRPr>
            </a:lvl2pPr>
            <a:lvl3pPr lvl="2" algn="l">
              <a:lnSpc>
                <a:spcPct val="100000"/>
              </a:lnSpc>
              <a:spcBef>
                <a:spcPts val="0"/>
              </a:spcBef>
              <a:spcAft>
                <a:spcPts val="0"/>
              </a:spcAft>
              <a:buClr>
                <a:schemeClr val="lt1"/>
              </a:buClr>
              <a:buSzPts val="2100"/>
              <a:buNone/>
              <a:defRPr sz="2100">
                <a:solidFill>
                  <a:schemeClr val="lt1"/>
                </a:solidFill>
              </a:defRPr>
            </a:lvl3pPr>
            <a:lvl4pPr lvl="3" algn="l">
              <a:lnSpc>
                <a:spcPct val="100000"/>
              </a:lnSpc>
              <a:spcBef>
                <a:spcPts val="0"/>
              </a:spcBef>
              <a:spcAft>
                <a:spcPts val="0"/>
              </a:spcAft>
              <a:buClr>
                <a:schemeClr val="lt1"/>
              </a:buClr>
              <a:buSzPts val="2100"/>
              <a:buNone/>
              <a:defRPr sz="2100">
                <a:solidFill>
                  <a:schemeClr val="lt1"/>
                </a:solidFill>
              </a:defRPr>
            </a:lvl4pPr>
            <a:lvl5pPr lvl="4" algn="l">
              <a:lnSpc>
                <a:spcPct val="100000"/>
              </a:lnSpc>
              <a:spcBef>
                <a:spcPts val="0"/>
              </a:spcBef>
              <a:spcAft>
                <a:spcPts val="0"/>
              </a:spcAft>
              <a:buClr>
                <a:schemeClr val="lt1"/>
              </a:buClr>
              <a:buSzPts val="2100"/>
              <a:buNone/>
              <a:defRPr sz="2100">
                <a:solidFill>
                  <a:schemeClr val="lt1"/>
                </a:solidFill>
              </a:defRPr>
            </a:lvl5pPr>
            <a:lvl6pPr lvl="5" algn="l">
              <a:lnSpc>
                <a:spcPct val="100000"/>
              </a:lnSpc>
              <a:spcBef>
                <a:spcPts val="0"/>
              </a:spcBef>
              <a:spcAft>
                <a:spcPts val="0"/>
              </a:spcAft>
              <a:buClr>
                <a:schemeClr val="lt1"/>
              </a:buClr>
              <a:buSzPts val="2100"/>
              <a:buNone/>
              <a:defRPr sz="2100">
                <a:solidFill>
                  <a:schemeClr val="lt1"/>
                </a:solidFill>
              </a:defRPr>
            </a:lvl6pPr>
            <a:lvl7pPr lvl="6" algn="l">
              <a:lnSpc>
                <a:spcPct val="100000"/>
              </a:lnSpc>
              <a:spcBef>
                <a:spcPts val="0"/>
              </a:spcBef>
              <a:spcAft>
                <a:spcPts val="0"/>
              </a:spcAft>
              <a:buClr>
                <a:schemeClr val="lt1"/>
              </a:buClr>
              <a:buSzPts val="2100"/>
              <a:buNone/>
              <a:defRPr sz="2100">
                <a:solidFill>
                  <a:schemeClr val="lt1"/>
                </a:solidFill>
              </a:defRPr>
            </a:lvl7pPr>
            <a:lvl8pPr lvl="7" algn="l">
              <a:lnSpc>
                <a:spcPct val="100000"/>
              </a:lnSpc>
              <a:spcBef>
                <a:spcPts val="0"/>
              </a:spcBef>
              <a:spcAft>
                <a:spcPts val="0"/>
              </a:spcAft>
              <a:buClr>
                <a:schemeClr val="lt1"/>
              </a:buClr>
              <a:buSzPts val="2100"/>
              <a:buNone/>
              <a:defRPr sz="2100">
                <a:solidFill>
                  <a:schemeClr val="lt1"/>
                </a:solidFill>
              </a:defRPr>
            </a:lvl8pPr>
            <a:lvl9pPr lvl="8" algn="l">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44" name="Google Shape;44;p6"/>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45"/>
        <p:cNvGrpSpPr/>
        <p:nvPr/>
      </p:nvGrpSpPr>
      <p:grpSpPr>
        <a:xfrm>
          <a:off x="0" y="0"/>
          <a:ext cx="0" cy="0"/>
          <a:chOff x="0" y="0"/>
          <a:chExt cx="0" cy="0"/>
        </a:xfrm>
      </p:grpSpPr>
      <p:grpSp>
        <p:nvGrpSpPr>
          <p:cNvPr id="46" name="Google Shape;46;p7"/>
          <p:cNvGrpSpPr/>
          <p:nvPr/>
        </p:nvGrpSpPr>
        <p:grpSpPr>
          <a:xfrm>
            <a:off x="6098378" y="5"/>
            <a:ext cx="3045625" cy="2030570"/>
            <a:chOff x="6098378" y="5"/>
            <a:chExt cx="3045625" cy="2030570"/>
          </a:xfrm>
        </p:grpSpPr>
        <p:sp>
          <p:nvSpPr>
            <p:cNvPr id="47" name="Google Shape;47;p7"/>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 name="Google Shape;48;p7"/>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 name="Google Shape;49;p7"/>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 name="Google Shape;50;p7"/>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7"/>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2" name="Google Shape;52;p7"/>
          <p:cNvSpPr txBox="1">
            <a:spLocks noGrp="1"/>
          </p:cNvSpPr>
          <p:nvPr>
            <p:ph type="title"/>
          </p:nvPr>
        </p:nvSpPr>
        <p:spPr>
          <a:xfrm>
            <a:off x="598100" y="2152347"/>
            <a:ext cx="8222100" cy="838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a:endParaRPr/>
          </a:p>
        </p:txBody>
      </p:sp>
      <p:sp>
        <p:nvSpPr>
          <p:cNvPr id="53" name="Google Shape;53;p7"/>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56" name="Google Shape;56;p8"/>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59" name="Google Shape;59;p9"/>
          <p:cNvSpPr txBox="1">
            <a:spLocks noGrp="1"/>
          </p:cNvSpPr>
          <p:nvPr>
            <p:ph type="body" idx="1"/>
          </p:nvPr>
        </p:nvSpPr>
        <p:spPr>
          <a:xfrm>
            <a:off x="311700" y="1465804"/>
            <a:ext cx="2808000" cy="31032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0" name="Google Shape;60;p9"/>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10"/>
          <p:cNvSpPr/>
          <p:nvPr/>
        </p:nvSpPr>
        <p:spPr>
          <a:xfrm>
            <a:off x="4572000" y="-17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63" name="Google Shape;63;p10"/>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64" name="Google Shape;64;p10"/>
          <p:cNvSpPr txBox="1">
            <a:spLocks noGrp="1"/>
          </p:cNvSpPr>
          <p:nvPr>
            <p:ph type="title"/>
          </p:nvPr>
        </p:nvSpPr>
        <p:spPr>
          <a:xfrm>
            <a:off x="265500" y="1151100"/>
            <a:ext cx="4045200" cy="1564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65" name="Google Shape;65;p10"/>
          <p:cNvSpPr txBox="1">
            <a:spLocks noGrp="1"/>
          </p:cNvSpPr>
          <p:nvPr>
            <p:ph type="subTitle" idx="1"/>
          </p:nvPr>
        </p:nvSpPr>
        <p:spPr>
          <a:xfrm>
            <a:off x="265500" y="2769001"/>
            <a:ext cx="4045200" cy="12693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66" name="Google Shape;66;p10"/>
          <p:cNvSpPr txBox="1">
            <a:spLocks noGrp="1"/>
          </p:cNvSpPr>
          <p:nvPr>
            <p:ph type="body" idx="2"/>
          </p:nvPr>
        </p:nvSpPr>
        <p:spPr>
          <a:xfrm>
            <a:off x="4939500" y="724200"/>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Clr>
                <a:schemeClr val="lt1"/>
              </a:buClr>
              <a:buSzPts val="1800"/>
              <a:buChar char="●"/>
              <a:defRPr>
                <a:solidFill>
                  <a:schemeClr val="lt1"/>
                </a:solidFill>
              </a:defRPr>
            </a:lvl1pPr>
            <a:lvl2pPr marL="914400" lvl="1" indent="-317500" algn="l">
              <a:lnSpc>
                <a:spcPct val="115000"/>
              </a:lnSpc>
              <a:spcBef>
                <a:spcPts val="0"/>
              </a:spcBef>
              <a:spcAft>
                <a:spcPts val="0"/>
              </a:spcAft>
              <a:buClr>
                <a:schemeClr val="lt1"/>
              </a:buClr>
              <a:buSzPts val="1400"/>
              <a:buChar char="○"/>
              <a:defRPr>
                <a:solidFill>
                  <a:schemeClr val="lt1"/>
                </a:solidFill>
              </a:defRPr>
            </a:lvl2pPr>
            <a:lvl3pPr marL="1371600" lvl="2" indent="-317500" algn="l">
              <a:lnSpc>
                <a:spcPct val="115000"/>
              </a:lnSpc>
              <a:spcBef>
                <a:spcPts val="0"/>
              </a:spcBef>
              <a:spcAft>
                <a:spcPts val="0"/>
              </a:spcAft>
              <a:buClr>
                <a:schemeClr val="lt1"/>
              </a:buClr>
              <a:buSzPts val="1400"/>
              <a:buChar char="■"/>
              <a:defRPr>
                <a:solidFill>
                  <a:schemeClr val="lt1"/>
                </a:solidFill>
              </a:defRPr>
            </a:lvl3pPr>
            <a:lvl4pPr marL="1828800" lvl="3" indent="-317500" algn="l">
              <a:lnSpc>
                <a:spcPct val="115000"/>
              </a:lnSpc>
              <a:spcBef>
                <a:spcPts val="0"/>
              </a:spcBef>
              <a:spcAft>
                <a:spcPts val="0"/>
              </a:spcAft>
              <a:buClr>
                <a:schemeClr val="lt1"/>
              </a:buClr>
              <a:buSzPts val="1400"/>
              <a:buChar char="●"/>
              <a:defRPr>
                <a:solidFill>
                  <a:schemeClr val="lt1"/>
                </a:solidFill>
              </a:defRPr>
            </a:lvl4pPr>
            <a:lvl5pPr marL="2286000" lvl="4" indent="-317500" algn="l">
              <a:lnSpc>
                <a:spcPct val="115000"/>
              </a:lnSpc>
              <a:spcBef>
                <a:spcPts val="0"/>
              </a:spcBef>
              <a:spcAft>
                <a:spcPts val="0"/>
              </a:spcAft>
              <a:buClr>
                <a:schemeClr val="lt1"/>
              </a:buClr>
              <a:buSzPts val="1400"/>
              <a:buChar char="○"/>
              <a:defRPr>
                <a:solidFill>
                  <a:schemeClr val="lt1"/>
                </a:solidFill>
              </a:defRPr>
            </a:lvl5pPr>
            <a:lvl6pPr marL="2743200" lvl="5" indent="-317500" algn="l">
              <a:lnSpc>
                <a:spcPct val="115000"/>
              </a:lnSpc>
              <a:spcBef>
                <a:spcPts val="0"/>
              </a:spcBef>
              <a:spcAft>
                <a:spcPts val="0"/>
              </a:spcAft>
              <a:buClr>
                <a:schemeClr val="lt1"/>
              </a:buClr>
              <a:buSzPts val="1400"/>
              <a:buChar char="■"/>
              <a:defRPr>
                <a:solidFill>
                  <a:schemeClr val="lt1"/>
                </a:solidFill>
              </a:defRPr>
            </a:lvl6pPr>
            <a:lvl7pPr marL="3200400" lvl="6" indent="-317500" algn="l">
              <a:lnSpc>
                <a:spcPct val="115000"/>
              </a:lnSpc>
              <a:spcBef>
                <a:spcPts val="0"/>
              </a:spcBef>
              <a:spcAft>
                <a:spcPts val="0"/>
              </a:spcAft>
              <a:buClr>
                <a:schemeClr val="lt1"/>
              </a:buClr>
              <a:buSzPts val="1400"/>
              <a:buChar char="●"/>
              <a:defRPr>
                <a:solidFill>
                  <a:schemeClr val="lt1"/>
                </a:solidFill>
              </a:defRPr>
            </a:lvl7pPr>
            <a:lvl8pPr marL="3657600" lvl="7" indent="-317500" algn="l">
              <a:lnSpc>
                <a:spcPct val="115000"/>
              </a:lnSpc>
              <a:spcBef>
                <a:spcPts val="0"/>
              </a:spcBef>
              <a:spcAft>
                <a:spcPts val="0"/>
              </a:spcAft>
              <a:buClr>
                <a:schemeClr val="lt1"/>
              </a:buClr>
              <a:buSzPts val="1400"/>
              <a:buChar char="○"/>
              <a:defRPr>
                <a:solidFill>
                  <a:schemeClr val="lt1"/>
                </a:solidFill>
              </a:defRPr>
            </a:lvl8pPr>
            <a:lvl9pPr marL="4114800" lvl="8" indent="-317500" algn="l">
              <a:lnSpc>
                <a:spcPct val="115000"/>
              </a:lnSpc>
              <a:spcBef>
                <a:spcPts val="0"/>
              </a:spcBef>
              <a:spcAft>
                <a:spcPts val="0"/>
              </a:spcAft>
              <a:buClr>
                <a:schemeClr val="lt1"/>
              </a:buClr>
              <a:buSzPts val="1400"/>
              <a:buChar char="■"/>
              <a:defRPr>
                <a:solidFill>
                  <a:schemeClr val="lt1"/>
                </a:solidFill>
              </a:defRPr>
            </a:lvl9pPr>
          </a:lstStyle>
          <a:p>
            <a:endParaRPr/>
          </a:p>
        </p:txBody>
      </p:sp>
      <p:sp>
        <p:nvSpPr>
          <p:cNvPr id="67" name="Google Shape;67;p10"/>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8"/>
        <p:cNvGrpSpPr/>
        <p:nvPr/>
      </p:nvGrpSpPr>
      <p:grpSpPr>
        <a:xfrm>
          <a:off x="0" y="0"/>
          <a:ext cx="0" cy="0"/>
          <a:chOff x="0" y="0"/>
          <a:chExt cx="0" cy="0"/>
        </a:xfrm>
      </p:grpSpPr>
      <p:sp>
        <p:nvSpPr>
          <p:cNvPr id="69" name="Google Shape;69;p11"/>
          <p:cNvSpPr txBox="1">
            <a:spLocks noGrp="1"/>
          </p:cNvSpPr>
          <p:nvPr>
            <p:ph type="body" idx="1"/>
          </p:nvPr>
        </p:nvSpPr>
        <p:spPr>
          <a:xfrm>
            <a:off x="319500" y="4230575"/>
            <a:ext cx="5998800" cy="5988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70" name="Google Shape;70;p1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1"/>
        <p:cNvGrpSpPr/>
        <p:nvPr/>
      </p:nvGrpSpPr>
      <p:grpSpPr>
        <a:xfrm>
          <a:off x="0" y="0"/>
          <a:ext cx="0" cy="0"/>
          <a:chOff x="0" y="0"/>
          <a:chExt cx="0" cy="0"/>
        </a:xfrm>
      </p:grpSpPr>
      <p:grpSp>
        <p:nvGrpSpPr>
          <p:cNvPr id="72" name="Google Shape;72;p12"/>
          <p:cNvGrpSpPr/>
          <p:nvPr/>
        </p:nvGrpSpPr>
        <p:grpSpPr>
          <a:xfrm>
            <a:off x="6098378" y="5"/>
            <a:ext cx="3045625" cy="2030570"/>
            <a:chOff x="6098378" y="5"/>
            <a:chExt cx="3045625" cy="2030570"/>
          </a:xfrm>
        </p:grpSpPr>
        <p:sp>
          <p:nvSpPr>
            <p:cNvPr id="73" name="Google Shape;73;p12"/>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 name="Google Shape;74;p12"/>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 name="Google Shape;75;p12"/>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76;p12"/>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p12"/>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8" name="Google Shape;78;p12"/>
          <p:cNvSpPr txBox="1">
            <a:spLocks noGrp="1"/>
          </p:cNvSpPr>
          <p:nvPr>
            <p:ph type="title" hasCustomPrompt="1"/>
          </p:nvPr>
        </p:nvSpPr>
        <p:spPr>
          <a:xfrm>
            <a:off x="311700" y="1256050"/>
            <a:ext cx="8520600" cy="20307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Clr>
                <a:schemeClr val="lt1"/>
              </a:buClr>
              <a:buSzPts val="12000"/>
              <a:buNone/>
              <a:defRPr sz="12000">
                <a:solidFill>
                  <a:schemeClr val="lt1"/>
                </a:solidFill>
              </a:defRPr>
            </a:lvl1pPr>
            <a:lvl2pPr lvl="1" algn="ctr">
              <a:lnSpc>
                <a:spcPct val="100000"/>
              </a:lnSpc>
              <a:spcBef>
                <a:spcPts val="0"/>
              </a:spcBef>
              <a:spcAft>
                <a:spcPts val="0"/>
              </a:spcAft>
              <a:buClr>
                <a:schemeClr val="lt1"/>
              </a:buClr>
              <a:buSzPts val="12000"/>
              <a:buNone/>
              <a:defRPr sz="12000">
                <a:solidFill>
                  <a:schemeClr val="lt1"/>
                </a:solidFill>
              </a:defRPr>
            </a:lvl2pPr>
            <a:lvl3pPr lvl="2" algn="ctr">
              <a:lnSpc>
                <a:spcPct val="100000"/>
              </a:lnSpc>
              <a:spcBef>
                <a:spcPts val="0"/>
              </a:spcBef>
              <a:spcAft>
                <a:spcPts val="0"/>
              </a:spcAft>
              <a:buClr>
                <a:schemeClr val="lt1"/>
              </a:buClr>
              <a:buSzPts val="12000"/>
              <a:buNone/>
              <a:defRPr sz="12000">
                <a:solidFill>
                  <a:schemeClr val="lt1"/>
                </a:solidFill>
              </a:defRPr>
            </a:lvl3pPr>
            <a:lvl4pPr lvl="3" algn="ctr">
              <a:lnSpc>
                <a:spcPct val="100000"/>
              </a:lnSpc>
              <a:spcBef>
                <a:spcPts val="0"/>
              </a:spcBef>
              <a:spcAft>
                <a:spcPts val="0"/>
              </a:spcAft>
              <a:buClr>
                <a:schemeClr val="lt1"/>
              </a:buClr>
              <a:buSzPts val="12000"/>
              <a:buNone/>
              <a:defRPr sz="12000">
                <a:solidFill>
                  <a:schemeClr val="lt1"/>
                </a:solidFill>
              </a:defRPr>
            </a:lvl4pPr>
            <a:lvl5pPr lvl="4" algn="ctr">
              <a:lnSpc>
                <a:spcPct val="100000"/>
              </a:lnSpc>
              <a:spcBef>
                <a:spcPts val="0"/>
              </a:spcBef>
              <a:spcAft>
                <a:spcPts val="0"/>
              </a:spcAft>
              <a:buClr>
                <a:schemeClr val="lt1"/>
              </a:buClr>
              <a:buSzPts val="12000"/>
              <a:buNone/>
              <a:defRPr sz="12000">
                <a:solidFill>
                  <a:schemeClr val="lt1"/>
                </a:solidFill>
              </a:defRPr>
            </a:lvl5pPr>
            <a:lvl6pPr lvl="5" algn="ctr">
              <a:lnSpc>
                <a:spcPct val="100000"/>
              </a:lnSpc>
              <a:spcBef>
                <a:spcPts val="0"/>
              </a:spcBef>
              <a:spcAft>
                <a:spcPts val="0"/>
              </a:spcAft>
              <a:buClr>
                <a:schemeClr val="lt1"/>
              </a:buClr>
              <a:buSzPts val="12000"/>
              <a:buNone/>
              <a:defRPr sz="12000">
                <a:solidFill>
                  <a:schemeClr val="lt1"/>
                </a:solidFill>
              </a:defRPr>
            </a:lvl6pPr>
            <a:lvl7pPr lvl="6" algn="ctr">
              <a:lnSpc>
                <a:spcPct val="100000"/>
              </a:lnSpc>
              <a:spcBef>
                <a:spcPts val="0"/>
              </a:spcBef>
              <a:spcAft>
                <a:spcPts val="0"/>
              </a:spcAft>
              <a:buClr>
                <a:schemeClr val="lt1"/>
              </a:buClr>
              <a:buSzPts val="12000"/>
              <a:buNone/>
              <a:defRPr sz="12000">
                <a:solidFill>
                  <a:schemeClr val="lt1"/>
                </a:solidFill>
              </a:defRPr>
            </a:lvl7pPr>
            <a:lvl8pPr lvl="7" algn="ctr">
              <a:lnSpc>
                <a:spcPct val="100000"/>
              </a:lnSpc>
              <a:spcBef>
                <a:spcPts val="0"/>
              </a:spcBef>
              <a:spcAft>
                <a:spcPts val="0"/>
              </a:spcAft>
              <a:buClr>
                <a:schemeClr val="lt1"/>
              </a:buClr>
              <a:buSzPts val="12000"/>
              <a:buNone/>
              <a:defRPr sz="12000">
                <a:solidFill>
                  <a:schemeClr val="lt1"/>
                </a:solidFill>
              </a:defRPr>
            </a:lvl8pPr>
            <a:lvl9pPr lvl="8" algn="ctr">
              <a:lnSpc>
                <a:spcPct val="100000"/>
              </a:lnSpc>
              <a:spcBef>
                <a:spcPts val="0"/>
              </a:spcBef>
              <a:spcAft>
                <a:spcPts val="0"/>
              </a:spcAft>
              <a:buClr>
                <a:schemeClr val="lt1"/>
              </a:buClr>
              <a:buSzPts val="12000"/>
              <a:buNone/>
              <a:defRPr sz="12000">
                <a:solidFill>
                  <a:schemeClr val="lt1"/>
                </a:solidFill>
              </a:defRPr>
            </a:lvl9pPr>
          </a:lstStyle>
          <a:p>
            <a:r>
              <a:t>xx%</a:t>
            </a:r>
          </a:p>
        </p:txBody>
      </p:sp>
      <p:sp>
        <p:nvSpPr>
          <p:cNvPr id="79" name="Google Shape;79;p12"/>
          <p:cNvSpPr txBox="1">
            <a:spLocks noGrp="1"/>
          </p:cNvSpPr>
          <p:nvPr>
            <p:ph type="body" idx="1"/>
          </p:nvPr>
        </p:nvSpPr>
        <p:spPr>
          <a:xfrm>
            <a:off x="311700" y="3369225"/>
            <a:ext cx="8520600" cy="12819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Clr>
                <a:schemeClr val="lt1"/>
              </a:buClr>
              <a:buSzPts val="1800"/>
              <a:buChar char="●"/>
              <a:defRPr>
                <a:solidFill>
                  <a:schemeClr val="lt1"/>
                </a:solidFill>
              </a:defRPr>
            </a:lvl1pPr>
            <a:lvl2pPr marL="914400" lvl="1" indent="-317500" algn="ctr">
              <a:lnSpc>
                <a:spcPct val="115000"/>
              </a:lnSpc>
              <a:spcBef>
                <a:spcPts val="0"/>
              </a:spcBef>
              <a:spcAft>
                <a:spcPts val="0"/>
              </a:spcAft>
              <a:buClr>
                <a:schemeClr val="lt1"/>
              </a:buClr>
              <a:buSzPts val="1400"/>
              <a:buChar char="○"/>
              <a:defRPr>
                <a:solidFill>
                  <a:schemeClr val="lt1"/>
                </a:solidFill>
              </a:defRPr>
            </a:lvl2pPr>
            <a:lvl3pPr marL="1371600" lvl="2" indent="-317500" algn="ctr">
              <a:lnSpc>
                <a:spcPct val="115000"/>
              </a:lnSpc>
              <a:spcBef>
                <a:spcPts val="0"/>
              </a:spcBef>
              <a:spcAft>
                <a:spcPts val="0"/>
              </a:spcAft>
              <a:buClr>
                <a:schemeClr val="lt1"/>
              </a:buClr>
              <a:buSzPts val="1400"/>
              <a:buChar char="■"/>
              <a:defRPr>
                <a:solidFill>
                  <a:schemeClr val="lt1"/>
                </a:solidFill>
              </a:defRPr>
            </a:lvl3pPr>
            <a:lvl4pPr marL="1828800" lvl="3" indent="-317500" algn="ctr">
              <a:lnSpc>
                <a:spcPct val="115000"/>
              </a:lnSpc>
              <a:spcBef>
                <a:spcPts val="0"/>
              </a:spcBef>
              <a:spcAft>
                <a:spcPts val="0"/>
              </a:spcAft>
              <a:buClr>
                <a:schemeClr val="lt1"/>
              </a:buClr>
              <a:buSzPts val="1400"/>
              <a:buChar char="●"/>
              <a:defRPr>
                <a:solidFill>
                  <a:schemeClr val="lt1"/>
                </a:solidFill>
              </a:defRPr>
            </a:lvl4pPr>
            <a:lvl5pPr marL="2286000" lvl="4" indent="-317500" algn="ctr">
              <a:lnSpc>
                <a:spcPct val="115000"/>
              </a:lnSpc>
              <a:spcBef>
                <a:spcPts val="0"/>
              </a:spcBef>
              <a:spcAft>
                <a:spcPts val="0"/>
              </a:spcAft>
              <a:buClr>
                <a:schemeClr val="lt1"/>
              </a:buClr>
              <a:buSzPts val="1400"/>
              <a:buChar char="○"/>
              <a:defRPr>
                <a:solidFill>
                  <a:schemeClr val="lt1"/>
                </a:solidFill>
              </a:defRPr>
            </a:lvl5pPr>
            <a:lvl6pPr marL="2743200" lvl="5" indent="-317500" algn="ctr">
              <a:lnSpc>
                <a:spcPct val="115000"/>
              </a:lnSpc>
              <a:spcBef>
                <a:spcPts val="0"/>
              </a:spcBef>
              <a:spcAft>
                <a:spcPts val="0"/>
              </a:spcAft>
              <a:buClr>
                <a:schemeClr val="lt1"/>
              </a:buClr>
              <a:buSzPts val="1400"/>
              <a:buChar char="■"/>
              <a:defRPr>
                <a:solidFill>
                  <a:schemeClr val="lt1"/>
                </a:solidFill>
              </a:defRPr>
            </a:lvl6pPr>
            <a:lvl7pPr marL="3200400" lvl="6" indent="-317500" algn="ctr">
              <a:lnSpc>
                <a:spcPct val="115000"/>
              </a:lnSpc>
              <a:spcBef>
                <a:spcPts val="0"/>
              </a:spcBef>
              <a:spcAft>
                <a:spcPts val="0"/>
              </a:spcAft>
              <a:buClr>
                <a:schemeClr val="lt1"/>
              </a:buClr>
              <a:buSzPts val="1400"/>
              <a:buChar char="●"/>
              <a:defRPr>
                <a:solidFill>
                  <a:schemeClr val="lt1"/>
                </a:solidFill>
              </a:defRPr>
            </a:lvl7pPr>
            <a:lvl8pPr marL="3657600" lvl="7" indent="-317500" algn="ctr">
              <a:lnSpc>
                <a:spcPct val="115000"/>
              </a:lnSpc>
              <a:spcBef>
                <a:spcPts val="0"/>
              </a:spcBef>
              <a:spcAft>
                <a:spcPts val="0"/>
              </a:spcAft>
              <a:buClr>
                <a:schemeClr val="lt1"/>
              </a:buClr>
              <a:buSzPts val="1400"/>
              <a:buChar char="○"/>
              <a:defRPr>
                <a:solidFill>
                  <a:schemeClr val="lt1"/>
                </a:solidFill>
              </a:defRPr>
            </a:lvl8pPr>
            <a:lvl9pPr marL="4114800" lvl="8" indent="-317500" algn="ctr">
              <a:lnSpc>
                <a:spcPct val="115000"/>
              </a:lnSpc>
              <a:spcBef>
                <a:spcPts val="0"/>
              </a:spcBef>
              <a:spcAft>
                <a:spcPts val="0"/>
              </a:spcAft>
              <a:buClr>
                <a:schemeClr val="lt1"/>
              </a:buClr>
              <a:buSzPts val="1400"/>
              <a:buChar char="■"/>
              <a:defRPr>
                <a:solidFill>
                  <a:schemeClr val="lt1"/>
                </a:solidFill>
              </a:defRPr>
            </a:lvl9pPr>
          </a:lstStyle>
          <a:p>
            <a:endParaRPr/>
          </a:p>
        </p:txBody>
      </p:sp>
      <p:sp>
        <p:nvSpPr>
          <p:cNvPr id="80" name="Google Shape;80;p12"/>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eometr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1pPr>
            <a:lvl2pPr marR="0" lvl="1"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2pPr>
            <a:lvl3pPr marR="0" lvl="2"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3pPr>
            <a:lvl4pPr marR="0" lvl="3"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4pPr>
            <a:lvl5pPr marR="0" lvl="4"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5pPr>
            <a:lvl6pPr marR="0" lvl="5"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6pPr>
            <a:lvl7pPr marR="0" lvl="6"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7pPr>
            <a:lvl8pPr marR="0" lvl="7"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8pPr>
            <a:lvl9pPr marR="0" lvl="8"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Roboto"/>
              <a:buChar char="●"/>
              <a:defRPr sz="1800" b="0" i="0" u="none" strike="noStrike" cap="none">
                <a:solidFill>
                  <a:schemeClr val="dk2"/>
                </a:solidFill>
                <a:latin typeface="Roboto"/>
                <a:ea typeface="Roboto"/>
                <a:cs typeface="Roboto"/>
                <a:sym typeface="Roboto"/>
              </a:defRPr>
            </a:lvl1pPr>
            <a:lvl2pPr marL="914400" marR="0" lvl="1"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2pPr>
            <a:lvl3pPr marL="1371600" marR="0" lvl="2"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3pPr>
            <a:lvl4pPr marL="1828800" marR="0" lvl="3"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4pPr>
            <a:lvl5pPr marL="2286000" marR="0" lvl="4"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5pPr>
            <a:lvl6pPr marL="2743200" marR="0" lvl="5"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6pPr>
            <a:lvl7pPr marL="3200400" marR="0" lvl="6"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7pPr>
            <a:lvl8pPr marL="3657600" marR="0" lvl="7"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8pPr>
            <a:lvl9pPr marL="4114800" marR="0" lvl="8"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3"/>
          <p:cNvSpPr txBox="1">
            <a:spLocks noGrp="1"/>
          </p:cNvSpPr>
          <p:nvPr>
            <p:ph type="title"/>
          </p:nvPr>
        </p:nvSpPr>
        <p:spPr>
          <a:xfrm>
            <a:off x="490250" y="526350"/>
            <a:ext cx="5618700" cy="40908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800"/>
              <a:buNone/>
            </a:pPr>
            <a:r>
              <a:rPr lang="en" sz="6000" b="1">
                <a:solidFill>
                  <a:srgbClr val="000000"/>
                </a:solidFill>
                <a:latin typeface="Playfair Display"/>
                <a:ea typeface="Playfair Display"/>
                <a:cs typeface="Playfair Display"/>
                <a:sym typeface="Playfair Display"/>
              </a:rPr>
              <a:t>Intro To Programming JavaScript</a:t>
            </a:r>
            <a:endParaRPr sz="6000" b="1">
              <a:solidFill>
                <a:srgbClr val="000000"/>
              </a:solidFill>
              <a:latin typeface="Playfair Display"/>
              <a:ea typeface="Playfair Display"/>
              <a:cs typeface="Playfair Display"/>
              <a:sym typeface="Playfair Display"/>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4"/>
          <p:cNvSpPr txBox="1">
            <a:spLocks noGrp="1"/>
          </p:cNvSpPr>
          <p:nvPr>
            <p:ph type="title"/>
          </p:nvPr>
        </p:nvSpPr>
        <p:spPr>
          <a:xfrm>
            <a:off x="149225" y="1358500"/>
            <a:ext cx="8174700" cy="22380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3000"/>
              <a:buNone/>
            </a:pPr>
            <a:r>
              <a:rPr lang="en" b="1">
                <a:solidFill>
                  <a:srgbClr val="000000"/>
                </a:solidFill>
                <a:latin typeface="Nunito"/>
                <a:ea typeface="Nunito"/>
                <a:cs typeface="Nunito"/>
                <a:sym typeface="Nunito"/>
              </a:rPr>
              <a:t>Brief Summary Of Chapter 2</a:t>
            </a:r>
            <a:endParaRPr b="1">
              <a:solidFill>
                <a:srgbClr val="000000"/>
              </a:solidFill>
              <a:latin typeface="Nunito"/>
              <a:ea typeface="Nunito"/>
              <a:cs typeface="Nunito"/>
              <a:sym typeface="Nunito"/>
            </a:endParaRPr>
          </a:p>
          <a:p>
            <a:pPr marL="457200" lvl="0" indent="-387350" algn="l" rtl="0">
              <a:lnSpc>
                <a:spcPct val="100000"/>
              </a:lnSpc>
              <a:spcBef>
                <a:spcPts val="0"/>
              </a:spcBef>
              <a:spcAft>
                <a:spcPts val="0"/>
              </a:spcAft>
              <a:buClr>
                <a:srgbClr val="000000"/>
              </a:buClr>
              <a:buSzPts val="2500"/>
              <a:buFont typeface="Nunito"/>
              <a:buChar char="●"/>
            </a:pPr>
            <a:r>
              <a:rPr lang="en" sz="2500">
                <a:solidFill>
                  <a:srgbClr val="000000"/>
                </a:solidFill>
                <a:latin typeface="Nunito"/>
                <a:ea typeface="Nunito"/>
                <a:cs typeface="Nunito"/>
                <a:sym typeface="Nunito"/>
              </a:rPr>
              <a:t>What is data</a:t>
            </a:r>
            <a:endParaRPr sz="2500">
              <a:solidFill>
                <a:srgbClr val="000000"/>
              </a:solidFill>
              <a:latin typeface="Nunito"/>
              <a:ea typeface="Nunito"/>
              <a:cs typeface="Nunito"/>
              <a:sym typeface="Nunito"/>
            </a:endParaRPr>
          </a:p>
          <a:p>
            <a:pPr marL="457200" lvl="0" indent="-387350" algn="l" rtl="0">
              <a:lnSpc>
                <a:spcPct val="100000"/>
              </a:lnSpc>
              <a:spcBef>
                <a:spcPts val="0"/>
              </a:spcBef>
              <a:spcAft>
                <a:spcPts val="0"/>
              </a:spcAft>
              <a:buClr>
                <a:srgbClr val="000000"/>
              </a:buClr>
              <a:buSzPts val="2500"/>
              <a:buFont typeface="Nunito"/>
              <a:buChar char="●"/>
            </a:pPr>
            <a:r>
              <a:rPr lang="en" sz="2500">
                <a:solidFill>
                  <a:srgbClr val="000000"/>
                </a:solidFill>
                <a:latin typeface="Nunito"/>
                <a:ea typeface="Nunito"/>
                <a:cs typeface="Nunito"/>
                <a:sym typeface="Nunito"/>
              </a:rPr>
              <a:t>Types of Data</a:t>
            </a:r>
            <a:endParaRPr sz="2500">
              <a:solidFill>
                <a:srgbClr val="000000"/>
              </a:solidFill>
              <a:latin typeface="Nunito"/>
              <a:ea typeface="Nunito"/>
              <a:cs typeface="Nunito"/>
              <a:sym typeface="Nunito"/>
            </a:endParaRPr>
          </a:p>
          <a:p>
            <a:pPr marL="457200" lvl="0" indent="-387350" algn="l" rtl="0">
              <a:lnSpc>
                <a:spcPct val="100000"/>
              </a:lnSpc>
              <a:spcBef>
                <a:spcPts val="0"/>
              </a:spcBef>
              <a:spcAft>
                <a:spcPts val="0"/>
              </a:spcAft>
              <a:buClr>
                <a:srgbClr val="000000"/>
              </a:buClr>
              <a:buSzPts val="2500"/>
              <a:buFont typeface="Nunito"/>
              <a:buChar char="●"/>
            </a:pPr>
            <a:r>
              <a:rPr lang="en" sz="2500">
                <a:solidFill>
                  <a:srgbClr val="000000"/>
                </a:solidFill>
                <a:latin typeface="Nunito"/>
                <a:ea typeface="Nunito"/>
                <a:cs typeface="Nunito"/>
                <a:sym typeface="Nunito"/>
              </a:rPr>
              <a:t>Variables</a:t>
            </a:r>
            <a:endParaRPr sz="2500">
              <a:solidFill>
                <a:srgbClr val="000000"/>
              </a:solidFill>
              <a:latin typeface="Nunito"/>
              <a:ea typeface="Nunito"/>
              <a:cs typeface="Nunito"/>
              <a:sym typeface="Nunito"/>
            </a:endParaRPr>
          </a:p>
          <a:p>
            <a:pPr marL="457200" lvl="0" indent="-387350" algn="l" rtl="0">
              <a:lnSpc>
                <a:spcPct val="100000"/>
              </a:lnSpc>
              <a:spcBef>
                <a:spcPts val="0"/>
              </a:spcBef>
              <a:spcAft>
                <a:spcPts val="0"/>
              </a:spcAft>
              <a:buClr>
                <a:srgbClr val="000000"/>
              </a:buClr>
              <a:buSzPts val="2500"/>
              <a:buFont typeface="Nunito"/>
              <a:buChar char="●"/>
            </a:pPr>
            <a:r>
              <a:rPr lang="en" sz="2500">
                <a:solidFill>
                  <a:srgbClr val="000000"/>
                </a:solidFill>
                <a:latin typeface="Nunito"/>
                <a:ea typeface="Nunito"/>
                <a:cs typeface="Nunito"/>
                <a:sym typeface="Nunito"/>
              </a:rPr>
              <a:t>Using slice method</a:t>
            </a:r>
            <a:endParaRPr sz="2600">
              <a:solidFill>
                <a:srgbClr val="000000"/>
              </a:solidFill>
              <a:latin typeface="Nunito"/>
              <a:ea typeface="Nunito"/>
              <a:cs typeface="Nunito"/>
              <a:sym typeface="Nunito"/>
            </a:endParaRPr>
          </a:p>
        </p:txBody>
      </p:sp>
      <p:sp>
        <p:nvSpPr>
          <p:cNvPr id="91" name="Google Shape;91;p14"/>
          <p:cNvSpPr txBox="1"/>
          <p:nvPr/>
        </p:nvSpPr>
        <p:spPr>
          <a:xfrm>
            <a:off x="0" y="0"/>
            <a:ext cx="9109200" cy="1060200"/>
          </a:xfrm>
          <a:prstGeom prst="rect">
            <a:avLst/>
          </a:prstGeom>
          <a:gradFill>
            <a:gsLst>
              <a:gs pos="0">
                <a:srgbClr val="F69FBC"/>
              </a:gs>
              <a:gs pos="100000">
                <a:srgbClr val="E32E6B"/>
              </a:gs>
            </a:gsLst>
            <a:lin ang="5400012" scaled="0"/>
          </a:gradFill>
          <a:ln>
            <a:noFill/>
          </a:ln>
        </p:spPr>
        <p:txBody>
          <a:bodyPr spcFirstLastPara="1" wrap="square" lIns="91425" tIns="45700" rIns="91425" bIns="45700" anchor="ctr" anchorCtr="0">
            <a:normAutofit lnSpcReduction="10000"/>
          </a:bodyPr>
          <a:lstStyle/>
          <a:p>
            <a:pPr marL="0" marR="0" lvl="0" indent="0" algn="ctr" rtl="0">
              <a:lnSpc>
                <a:spcPct val="115000"/>
              </a:lnSpc>
              <a:spcBef>
                <a:spcPts val="0"/>
              </a:spcBef>
              <a:spcAft>
                <a:spcPts val="0"/>
              </a:spcAft>
              <a:buClr>
                <a:srgbClr val="000000"/>
              </a:buClr>
              <a:buSzPts val="3000"/>
              <a:buFont typeface="Arial"/>
              <a:buNone/>
            </a:pPr>
            <a:r>
              <a:rPr lang="en" sz="3000" b="1" i="0" u="none" strike="noStrike" cap="none">
                <a:solidFill>
                  <a:srgbClr val="FFFFFF"/>
                </a:solidFill>
                <a:latin typeface="Nunito"/>
                <a:ea typeface="Nunito"/>
                <a:cs typeface="Nunito"/>
                <a:sym typeface="Nunito"/>
              </a:rPr>
              <a:t>Chapter 2:</a:t>
            </a:r>
            <a:br>
              <a:rPr lang="en" sz="3000" b="1" i="0" u="none" strike="noStrike" cap="none">
                <a:solidFill>
                  <a:srgbClr val="FFFFFF"/>
                </a:solidFill>
                <a:latin typeface="Nunito"/>
                <a:ea typeface="Nunito"/>
                <a:cs typeface="Nunito"/>
                <a:sym typeface="Nunito"/>
              </a:rPr>
            </a:br>
            <a:r>
              <a:rPr lang="en" sz="3000" b="1" i="0" u="none" strike="noStrike" cap="none">
                <a:solidFill>
                  <a:srgbClr val="FFFFFF"/>
                </a:solidFill>
                <a:latin typeface="Nunito"/>
                <a:ea typeface="Nunito"/>
                <a:cs typeface="Nunito"/>
                <a:sym typeface="Nunito"/>
              </a:rPr>
              <a:t>Data Types And Variables</a:t>
            </a:r>
            <a:endParaRPr sz="3000" b="1" i="0" u="sng" strike="noStrike" cap="none">
              <a:solidFill>
                <a:srgbClr val="FFFFFF"/>
              </a:solidFill>
              <a:latin typeface="Nunito"/>
              <a:ea typeface="Nunito"/>
              <a:cs typeface="Nunito"/>
              <a:sym typeface="Nuni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5"/>
          <p:cNvSpPr txBox="1">
            <a:spLocks noGrp="1"/>
          </p:cNvSpPr>
          <p:nvPr>
            <p:ph type="title"/>
          </p:nvPr>
        </p:nvSpPr>
        <p:spPr>
          <a:xfrm>
            <a:off x="180600" y="1210025"/>
            <a:ext cx="8810700" cy="15855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3000"/>
              <a:buNone/>
            </a:pPr>
            <a:r>
              <a:rPr lang="en" sz="2000" b="1">
                <a:solidFill>
                  <a:srgbClr val="000000"/>
                </a:solidFill>
                <a:latin typeface="Nunito"/>
                <a:ea typeface="Nunito"/>
                <a:cs typeface="Nunito"/>
                <a:sym typeface="Nunito"/>
              </a:rPr>
              <a:t>Data is information we collect and save for later, to use in various ways. It comes in different forms like words, numbers, pictures, sounds, and videos, and we can store it on computers to work with or look at whenever we need to.</a:t>
            </a:r>
            <a:endParaRPr sz="2000" b="1">
              <a:solidFill>
                <a:srgbClr val="000000"/>
              </a:solidFill>
              <a:latin typeface="Nunito"/>
              <a:ea typeface="Nunito"/>
              <a:cs typeface="Nunito"/>
              <a:sym typeface="Nunito"/>
            </a:endParaRPr>
          </a:p>
        </p:txBody>
      </p:sp>
      <p:sp>
        <p:nvSpPr>
          <p:cNvPr id="97" name="Google Shape;97;p15"/>
          <p:cNvSpPr txBox="1"/>
          <p:nvPr/>
        </p:nvSpPr>
        <p:spPr>
          <a:xfrm>
            <a:off x="0" y="0"/>
            <a:ext cx="9144000" cy="688500"/>
          </a:xfrm>
          <a:prstGeom prst="rect">
            <a:avLst/>
          </a:prstGeom>
          <a:gradFill>
            <a:gsLst>
              <a:gs pos="0">
                <a:srgbClr val="A8B8DF"/>
              </a:gs>
              <a:gs pos="100000">
                <a:srgbClr val="516DB4"/>
              </a:gs>
            </a:gsLst>
            <a:lin ang="5400012" scaled="0"/>
          </a:grad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3000"/>
              <a:buFont typeface="Arial"/>
              <a:buNone/>
            </a:pPr>
            <a:r>
              <a:rPr lang="en" sz="3000" b="1" i="0" u="none" strike="noStrike" cap="none">
                <a:solidFill>
                  <a:srgbClr val="FFFFFF"/>
                </a:solidFill>
                <a:latin typeface="Nunito"/>
                <a:ea typeface="Nunito"/>
                <a:cs typeface="Nunito"/>
                <a:sym typeface="Nunito"/>
              </a:rPr>
              <a:t>What is Data?</a:t>
            </a:r>
            <a:endParaRPr sz="3000" b="1" i="0" u="sng" strike="noStrike" cap="none">
              <a:solidFill>
                <a:srgbClr val="FFFFFF"/>
              </a:solidFill>
              <a:latin typeface="Nunito"/>
              <a:ea typeface="Nunito"/>
              <a:cs typeface="Nunito"/>
              <a:sym typeface="Nunit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6"/>
          <p:cNvSpPr txBox="1"/>
          <p:nvPr/>
        </p:nvSpPr>
        <p:spPr>
          <a:xfrm>
            <a:off x="0" y="0"/>
            <a:ext cx="9144000" cy="688500"/>
          </a:xfrm>
          <a:prstGeom prst="rect">
            <a:avLst/>
          </a:prstGeom>
          <a:gradFill>
            <a:gsLst>
              <a:gs pos="0">
                <a:srgbClr val="A8B8DF"/>
              </a:gs>
              <a:gs pos="100000">
                <a:srgbClr val="516DB4"/>
              </a:gs>
            </a:gsLst>
            <a:lin ang="5400012" scaled="0"/>
          </a:grad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3000"/>
              <a:buFont typeface="Arial"/>
              <a:buNone/>
            </a:pPr>
            <a:r>
              <a:rPr lang="en" sz="3033" b="1" i="0" u="none" strike="noStrike" cap="none">
                <a:solidFill>
                  <a:schemeClr val="lt1"/>
                </a:solidFill>
                <a:latin typeface="Nunito"/>
                <a:ea typeface="Nunito"/>
                <a:cs typeface="Nunito"/>
                <a:sym typeface="Nunito"/>
              </a:rPr>
              <a:t>Types Of Data</a:t>
            </a:r>
            <a:endParaRPr sz="2700" b="1" i="0" u="sng" strike="noStrike" cap="none">
              <a:solidFill>
                <a:schemeClr val="lt1"/>
              </a:solidFill>
              <a:latin typeface="Nunito"/>
              <a:ea typeface="Nunito"/>
              <a:cs typeface="Nunito"/>
              <a:sym typeface="Nunito"/>
            </a:endParaRPr>
          </a:p>
        </p:txBody>
      </p:sp>
      <p:pic>
        <p:nvPicPr>
          <p:cNvPr id="104" name="Google Shape;104;p16" title="Screenshot 2025-04-08 120118.png"/>
          <p:cNvPicPr preferRelativeResize="0"/>
          <p:nvPr/>
        </p:nvPicPr>
        <p:blipFill rotWithShape="1">
          <a:blip r:embed="rId3">
            <a:alphaModFix/>
          </a:blip>
          <a:srcRect/>
          <a:stretch/>
        </p:blipFill>
        <p:spPr>
          <a:xfrm>
            <a:off x="851300" y="845550"/>
            <a:ext cx="7705414" cy="41501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7"/>
          <p:cNvSpPr txBox="1">
            <a:spLocks noGrp="1"/>
          </p:cNvSpPr>
          <p:nvPr>
            <p:ph type="title"/>
          </p:nvPr>
        </p:nvSpPr>
        <p:spPr>
          <a:xfrm>
            <a:off x="4572000" y="714300"/>
            <a:ext cx="4572000" cy="44292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3000"/>
              <a:buNone/>
            </a:pPr>
            <a:r>
              <a:rPr lang="en" sz="1900" b="1" u="sng">
                <a:solidFill>
                  <a:srgbClr val="A64D79"/>
                </a:solidFill>
                <a:latin typeface="Nunito"/>
                <a:ea typeface="Nunito"/>
                <a:cs typeface="Nunito"/>
                <a:sym typeface="Nunito"/>
              </a:rPr>
              <a:t>Reference :</a:t>
            </a:r>
            <a:endParaRPr sz="1900" b="1" u="sng">
              <a:solidFill>
                <a:srgbClr val="A64D79"/>
              </a:solidFill>
              <a:latin typeface="Nunito"/>
              <a:ea typeface="Nunito"/>
              <a:cs typeface="Nunito"/>
              <a:sym typeface="Nunito"/>
            </a:endParaRPr>
          </a:p>
          <a:p>
            <a:pPr marL="0" lvl="0" indent="0" algn="l" rtl="0">
              <a:lnSpc>
                <a:spcPct val="100000"/>
              </a:lnSpc>
              <a:spcBef>
                <a:spcPts val="0"/>
              </a:spcBef>
              <a:spcAft>
                <a:spcPts val="0"/>
              </a:spcAft>
              <a:buSzPts val="3000"/>
              <a:buNone/>
            </a:pPr>
            <a:r>
              <a:rPr lang="en" sz="1400" b="1">
                <a:solidFill>
                  <a:srgbClr val="000000"/>
                </a:solidFill>
                <a:latin typeface="Nunito"/>
                <a:ea typeface="Nunito"/>
                <a:cs typeface="Nunito"/>
                <a:sym typeface="Nunito"/>
              </a:rPr>
              <a:t>Reference data types are </a:t>
            </a:r>
            <a:r>
              <a:rPr lang="en" sz="1400" b="1">
                <a:solidFill>
                  <a:srgbClr val="A64D79"/>
                </a:solidFill>
                <a:latin typeface="Nunito"/>
                <a:ea typeface="Nunito"/>
                <a:cs typeface="Nunito"/>
                <a:sym typeface="Nunito"/>
              </a:rPr>
              <a:t>passed by reference</a:t>
            </a:r>
            <a:r>
              <a:rPr lang="en" sz="1400" b="1">
                <a:solidFill>
                  <a:srgbClr val="000000"/>
                </a:solidFill>
                <a:latin typeface="Nunito"/>
                <a:ea typeface="Nunito"/>
                <a:cs typeface="Nunito"/>
                <a:sym typeface="Nunito"/>
              </a:rPr>
              <a:t>. This means that if you assign one reference type to another, both variables will point to the same location in memory. So, if you change one of them, the other will also change.</a:t>
            </a:r>
            <a:endParaRPr sz="1400" b="1">
              <a:solidFill>
                <a:srgbClr val="000000"/>
              </a:solidFill>
              <a:latin typeface="Nunito"/>
              <a:ea typeface="Nunito"/>
              <a:cs typeface="Nunito"/>
              <a:sym typeface="Nunito"/>
            </a:endParaRPr>
          </a:p>
          <a:p>
            <a:pPr marL="0" lvl="0" indent="0" algn="l" rtl="0">
              <a:lnSpc>
                <a:spcPct val="100000"/>
              </a:lnSpc>
              <a:spcBef>
                <a:spcPts val="0"/>
              </a:spcBef>
              <a:spcAft>
                <a:spcPts val="0"/>
              </a:spcAft>
              <a:buSzPts val="3000"/>
              <a:buNone/>
            </a:pPr>
            <a:endParaRPr sz="1666" b="1">
              <a:solidFill>
                <a:srgbClr val="38761D"/>
              </a:solidFill>
              <a:latin typeface="Nunito"/>
              <a:ea typeface="Nunito"/>
              <a:cs typeface="Nunito"/>
              <a:sym typeface="Nunito"/>
            </a:endParaRPr>
          </a:p>
        </p:txBody>
      </p:sp>
      <p:sp>
        <p:nvSpPr>
          <p:cNvPr id="110" name="Google Shape;110;p17"/>
          <p:cNvSpPr txBox="1">
            <a:spLocks noGrp="1"/>
          </p:cNvSpPr>
          <p:nvPr>
            <p:ph type="title"/>
          </p:nvPr>
        </p:nvSpPr>
        <p:spPr>
          <a:xfrm>
            <a:off x="0" y="714600"/>
            <a:ext cx="4572000" cy="4429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3000"/>
              <a:buNone/>
            </a:pPr>
            <a:r>
              <a:rPr lang="en" sz="1900" b="1" u="sng">
                <a:solidFill>
                  <a:srgbClr val="A64D79"/>
                </a:solidFill>
                <a:latin typeface="Nunito"/>
                <a:ea typeface="Nunito"/>
                <a:cs typeface="Nunito"/>
                <a:sym typeface="Nunito"/>
              </a:rPr>
              <a:t>Primitive:</a:t>
            </a:r>
            <a:br>
              <a:rPr lang="en" sz="1400" b="1">
                <a:solidFill>
                  <a:srgbClr val="000000"/>
                </a:solidFill>
                <a:latin typeface="Nunito"/>
                <a:ea typeface="Nunito"/>
                <a:cs typeface="Nunito"/>
                <a:sym typeface="Nunito"/>
              </a:rPr>
            </a:br>
            <a:r>
              <a:rPr lang="en" sz="1400" b="1">
                <a:solidFill>
                  <a:srgbClr val="000000"/>
                </a:solidFill>
                <a:latin typeface="Nunito"/>
                <a:ea typeface="Nunito"/>
                <a:cs typeface="Nunito"/>
                <a:sym typeface="Nunito"/>
              </a:rPr>
              <a:t>Primitive data types are </a:t>
            </a:r>
            <a:r>
              <a:rPr lang="en" sz="1400" b="1">
                <a:solidFill>
                  <a:srgbClr val="A64D79"/>
                </a:solidFill>
                <a:latin typeface="Nunito"/>
                <a:ea typeface="Nunito"/>
                <a:cs typeface="Nunito"/>
                <a:sym typeface="Nunito"/>
              </a:rPr>
              <a:t>passed by value</a:t>
            </a:r>
            <a:r>
              <a:rPr lang="en" sz="1400" b="1">
                <a:solidFill>
                  <a:srgbClr val="000000"/>
                </a:solidFill>
                <a:latin typeface="Nunito"/>
                <a:ea typeface="Nunito"/>
                <a:cs typeface="Nunito"/>
                <a:sym typeface="Nunito"/>
              </a:rPr>
              <a:t>, meaning if you assign one variable to another, changing the new variable does not affect the original one.</a:t>
            </a:r>
            <a:endParaRPr sz="1666" b="1">
              <a:solidFill>
                <a:srgbClr val="38761D"/>
              </a:solidFill>
              <a:latin typeface="Nunito"/>
              <a:ea typeface="Nunito"/>
              <a:cs typeface="Nunito"/>
              <a:sym typeface="Nunito"/>
            </a:endParaRPr>
          </a:p>
        </p:txBody>
      </p:sp>
      <p:pic>
        <p:nvPicPr>
          <p:cNvPr id="111" name="Google Shape;111;p17"/>
          <p:cNvPicPr preferRelativeResize="0"/>
          <p:nvPr/>
        </p:nvPicPr>
        <p:blipFill rotWithShape="1">
          <a:blip r:embed="rId3">
            <a:alphaModFix/>
          </a:blip>
          <a:srcRect/>
          <a:stretch/>
        </p:blipFill>
        <p:spPr>
          <a:xfrm>
            <a:off x="4643025" y="2388625"/>
            <a:ext cx="4429950" cy="1333550"/>
          </a:xfrm>
          <a:prstGeom prst="rect">
            <a:avLst/>
          </a:prstGeom>
          <a:noFill/>
          <a:ln>
            <a:noFill/>
          </a:ln>
        </p:spPr>
      </p:pic>
      <p:pic>
        <p:nvPicPr>
          <p:cNvPr id="112" name="Google Shape;112;p17" title="Screenshot 2025-04-08 121453.png"/>
          <p:cNvPicPr preferRelativeResize="0"/>
          <p:nvPr/>
        </p:nvPicPr>
        <p:blipFill rotWithShape="1">
          <a:blip r:embed="rId4">
            <a:alphaModFix/>
          </a:blip>
          <a:srcRect/>
          <a:stretch/>
        </p:blipFill>
        <p:spPr>
          <a:xfrm>
            <a:off x="509138" y="2171950"/>
            <a:ext cx="3209925" cy="1514475"/>
          </a:xfrm>
          <a:prstGeom prst="rect">
            <a:avLst/>
          </a:prstGeom>
          <a:noFill/>
          <a:ln>
            <a:noFill/>
          </a:ln>
        </p:spPr>
      </p:pic>
      <p:sp>
        <p:nvSpPr>
          <p:cNvPr id="113" name="Google Shape;113;p17"/>
          <p:cNvSpPr txBox="1">
            <a:spLocks noGrp="1"/>
          </p:cNvSpPr>
          <p:nvPr>
            <p:ph type="title"/>
          </p:nvPr>
        </p:nvSpPr>
        <p:spPr>
          <a:xfrm>
            <a:off x="0" y="0"/>
            <a:ext cx="9144000" cy="5143500"/>
          </a:xfrm>
          <a:prstGeom prst="rect">
            <a:avLst/>
          </a:prstGeom>
          <a:noFill/>
          <a:ln w="38100" cap="flat" cmpd="sng">
            <a:solidFill>
              <a:schemeClr val="accent6"/>
            </a:solidFill>
            <a:prstDash val="solid"/>
            <a:round/>
            <a:headEnd type="none" w="sm" len="sm"/>
            <a:tailEnd type="none" w="sm" len="sm"/>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3000"/>
              <a:buNone/>
            </a:pPr>
            <a:r>
              <a:rPr lang="en" sz="2600" b="1" u="sng">
                <a:solidFill>
                  <a:srgbClr val="A64D79"/>
                </a:solidFill>
                <a:latin typeface="Nunito"/>
                <a:ea typeface="Nunito"/>
                <a:cs typeface="Nunito"/>
                <a:sym typeface="Nunito"/>
              </a:rPr>
              <a:t>Primitive And Reference Data Types:</a:t>
            </a:r>
            <a:endParaRPr sz="2600" b="1" u="sng">
              <a:solidFill>
                <a:srgbClr val="A64D79"/>
              </a:solidFill>
              <a:latin typeface="Nunito"/>
              <a:ea typeface="Nunito"/>
              <a:cs typeface="Nunito"/>
              <a:sym typeface="Nunit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8"/>
          <p:cNvSpPr txBox="1">
            <a:spLocks noGrp="1"/>
          </p:cNvSpPr>
          <p:nvPr>
            <p:ph type="title" idx="4294967295"/>
          </p:nvPr>
        </p:nvSpPr>
        <p:spPr>
          <a:xfrm>
            <a:off x="17400" y="12526"/>
            <a:ext cx="9109200" cy="5143500"/>
          </a:xfrm>
          <a:prstGeom prst="rect">
            <a:avLst/>
          </a:prstGeom>
          <a:noFill/>
          <a:ln w="38100" cap="flat" cmpd="sng">
            <a:solidFill>
              <a:schemeClr val="accent6"/>
            </a:solidFill>
            <a:prstDash val="solid"/>
            <a:round/>
            <a:headEnd type="none" w="sm" len="sm"/>
            <a:tailEnd type="none" w="sm" len="sm"/>
          </a:ln>
        </p:spPr>
        <p:txBody>
          <a:bodyPr spcFirstLastPara="1" wrap="square" lIns="91425" tIns="91425" rIns="91425" bIns="91425" anchor="t" anchorCtr="0">
            <a:normAutofit fontScale="90000"/>
          </a:bodyPr>
          <a:lstStyle/>
          <a:p>
            <a:pPr marL="457200" lvl="0" indent="-315016" algn="l" rtl="0">
              <a:lnSpc>
                <a:spcPct val="100000"/>
              </a:lnSpc>
              <a:spcBef>
                <a:spcPts val="0"/>
              </a:spcBef>
              <a:spcAft>
                <a:spcPts val="0"/>
              </a:spcAft>
              <a:buClr>
                <a:srgbClr val="000000"/>
              </a:buClr>
              <a:buSzPct val="100000"/>
              <a:buFont typeface="Nunito"/>
              <a:buChar char="●"/>
            </a:pPr>
            <a:r>
              <a:rPr lang="en" sz="1511" b="1" dirty="0">
                <a:solidFill>
                  <a:srgbClr val="A64D79"/>
                </a:solidFill>
                <a:latin typeface="Nunito"/>
                <a:ea typeface="Nunito"/>
                <a:cs typeface="Nunito"/>
                <a:sym typeface="Nunito"/>
              </a:rPr>
              <a:t>Numbers </a:t>
            </a:r>
            <a:r>
              <a:rPr lang="en" sz="1511" b="1" dirty="0">
                <a:solidFill>
                  <a:srgbClr val="000000"/>
                </a:solidFill>
                <a:latin typeface="Nunito"/>
                <a:ea typeface="Nunito"/>
                <a:cs typeface="Nunito"/>
                <a:sym typeface="Nunito"/>
              </a:rPr>
              <a:t>in JavaScript are like the digits you use for counting or measuring things. They can be whole numbers, or floating-point numbers (</a:t>
            </a:r>
            <a:r>
              <a:rPr lang="en" sz="1511" b="1" dirty="0">
                <a:solidFill>
                  <a:srgbClr val="A64D79"/>
                </a:solidFill>
                <a:latin typeface="Nunito"/>
                <a:ea typeface="Nunito"/>
                <a:cs typeface="Nunito"/>
                <a:sym typeface="Nunito"/>
              </a:rPr>
              <a:t>num with a decimal point</a:t>
            </a:r>
            <a:r>
              <a:rPr lang="en" sz="1511" b="1" dirty="0">
                <a:solidFill>
                  <a:srgbClr val="000000"/>
                </a:solidFill>
                <a:latin typeface="Nunito"/>
                <a:ea typeface="Nunito"/>
                <a:cs typeface="Nunito"/>
                <a:sym typeface="Nunito"/>
              </a:rPr>
              <a:t>) such as </a:t>
            </a:r>
            <a:r>
              <a:rPr lang="en" sz="1511" b="1" dirty="0">
                <a:solidFill>
                  <a:srgbClr val="A64D79"/>
                </a:solidFill>
                <a:latin typeface="Nunito"/>
                <a:ea typeface="Nunito"/>
                <a:cs typeface="Nunito"/>
                <a:sym typeface="Nunito"/>
              </a:rPr>
              <a:t>5, 10.25 and -3.14</a:t>
            </a:r>
            <a:r>
              <a:rPr lang="en" sz="1511" b="1" dirty="0">
                <a:solidFill>
                  <a:srgbClr val="000000"/>
                </a:solidFill>
                <a:latin typeface="Nunito"/>
                <a:ea typeface="Nunito"/>
                <a:cs typeface="Nunito"/>
                <a:sym typeface="Nunito"/>
              </a:rPr>
              <a:t>.</a:t>
            </a:r>
            <a:endParaRPr sz="1511" b="1" dirty="0">
              <a:solidFill>
                <a:srgbClr val="000000"/>
              </a:solidFill>
              <a:latin typeface="Nunito"/>
              <a:ea typeface="Nunito"/>
              <a:cs typeface="Nunito"/>
              <a:sym typeface="Nunito"/>
            </a:endParaRPr>
          </a:p>
          <a:p>
            <a:pPr marL="457200" lvl="0" indent="0" algn="l" rtl="0">
              <a:lnSpc>
                <a:spcPct val="100000"/>
              </a:lnSpc>
              <a:spcBef>
                <a:spcPts val="0"/>
              </a:spcBef>
              <a:spcAft>
                <a:spcPts val="0"/>
              </a:spcAft>
              <a:buSzPct val="333333"/>
              <a:buNone/>
            </a:pPr>
            <a:endParaRPr sz="1000" dirty="0">
              <a:solidFill>
                <a:srgbClr val="AF7B51"/>
              </a:solidFill>
              <a:latin typeface="Nunito"/>
              <a:ea typeface="Nunito"/>
              <a:cs typeface="Nunito"/>
              <a:sym typeface="Nunito"/>
            </a:endParaRPr>
          </a:p>
          <a:p>
            <a:pPr marL="457200" lvl="0" indent="-315016" algn="l" rtl="0">
              <a:lnSpc>
                <a:spcPct val="100000"/>
              </a:lnSpc>
              <a:spcBef>
                <a:spcPts val="0"/>
              </a:spcBef>
              <a:spcAft>
                <a:spcPts val="0"/>
              </a:spcAft>
              <a:buClr>
                <a:srgbClr val="000000"/>
              </a:buClr>
              <a:buSzPct val="100000"/>
              <a:buFont typeface="Nunito"/>
              <a:buChar char="●"/>
            </a:pPr>
            <a:r>
              <a:rPr lang="en" sz="1511" b="1" dirty="0">
                <a:solidFill>
                  <a:srgbClr val="A64D79"/>
                </a:solidFill>
                <a:latin typeface="Nunito"/>
                <a:ea typeface="Nunito"/>
                <a:cs typeface="Nunito"/>
                <a:sym typeface="Nunito"/>
              </a:rPr>
              <a:t>Strings </a:t>
            </a:r>
            <a:r>
              <a:rPr lang="en" sz="1511" b="1" dirty="0">
                <a:solidFill>
                  <a:srgbClr val="000000"/>
                </a:solidFill>
                <a:latin typeface="Nunito"/>
                <a:ea typeface="Nunito"/>
                <a:cs typeface="Nunito"/>
                <a:sym typeface="Nunito"/>
              </a:rPr>
              <a:t>in JavaScript, strings are what we use to represent text. Your name or your email address can both be represented as strings in JavaScript.  </a:t>
            </a:r>
            <a:r>
              <a:rPr lang="en" sz="1511" b="1" dirty="0">
                <a:solidFill>
                  <a:srgbClr val="A64D79"/>
                </a:solidFill>
                <a:latin typeface="Nunito"/>
                <a:ea typeface="Nunito"/>
                <a:cs typeface="Nunito"/>
                <a:sym typeface="Nunito"/>
              </a:rPr>
              <a:t>e.g., “My first string”;</a:t>
            </a:r>
            <a:endParaRPr sz="1511" b="1" dirty="0">
              <a:solidFill>
                <a:srgbClr val="A64D79"/>
              </a:solidFill>
              <a:latin typeface="Nunito"/>
              <a:ea typeface="Nunito"/>
              <a:cs typeface="Nunito"/>
              <a:sym typeface="Nunito"/>
            </a:endParaRPr>
          </a:p>
          <a:p>
            <a:pPr marL="0" lvl="0" indent="0" algn="l" rtl="0">
              <a:lnSpc>
                <a:spcPct val="100000"/>
              </a:lnSpc>
              <a:spcBef>
                <a:spcPts val="0"/>
              </a:spcBef>
              <a:spcAft>
                <a:spcPts val="0"/>
              </a:spcAft>
              <a:buSzPts val="3000"/>
              <a:buNone/>
            </a:pPr>
            <a:endParaRPr sz="700" b="1" dirty="0">
              <a:solidFill>
                <a:srgbClr val="38761D"/>
              </a:solidFill>
              <a:latin typeface="Nunito"/>
              <a:ea typeface="Nunito"/>
              <a:cs typeface="Nunito"/>
              <a:sym typeface="Nunito"/>
            </a:endParaRPr>
          </a:p>
          <a:p>
            <a:pPr marL="0" lvl="0" indent="0" algn="l" rtl="0">
              <a:lnSpc>
                <a:spcPct val="100000"/>
              </a:lnSpc>
              <a:spcBef>
                <a:spcPts val="0"/>
              </a:spcBef>
              <a:spcAft>
                <a:spcPts val="0"/>
              </a:spcAft>
              <a:buSzPct val="138888"/>
              <a:buNone/>
            </a:pPr>
            <a:r>
              <a:rPr lang="en" sz="2400" b="1" u="sng" dirty="0">
                <a:solidFill>
                  <a:srgbClr val="A64D79"/>
                </a:solidFill>
                <a:latin typeface="Nunito"/>
                <a:ea typeface="Nunito"/>
                <a:cs typeface="Nunito"/>
                <a:sym typeface="Nunito"/>
              </a:rPr>
              <a:t>Booleans </a:t>
            </a:r>
            <a:r>
              <a:rPr lang="en" sz="2400" b="1" u="sng" dirty="0">
                <a:solidFill>
                  <a:srgbClr val="000000"/>
                </a:solidFill>
                <a:latin typeface="Nunito"/>
                <a:ea typeface="Nunito"/>
                <a:cs typeface="Nunito"/>
                <a:sym typeface="Nunito"/>
              </a:rPr>
              <a:t>are values that can either be true or false.</a:t>
            </a:r>
            <a:endParaRPr sz="2400" b="1" u="sng" dirty="0">
              <a:solidFill>
                <a:srgbClr val="000000"/>
              </a:solidFill>
              <a:latin typeface="Nunito"/>
              <a:ea typeface="Nunito"/>
              <a:cs typeface="Nunito"/>
              <a:sym typeface="Nunito"/>
            </a:endParaRPr>
          </a:p>
          <a:p>
            <a:pPr marL="0" lvl="0" indent="0" algn="l" rtl="0">
              <a:lnSpc>
                <a:spcPct val="100000"/>
              </a:lnSpc>
              <a:spcBef>
                <a:spcPts val="0"/>
              </a:spcBef>
              <a:spcAft>
                <a:spcPts val="0"/>
              </a:spcAft>
              <a:buSzPts val="3000"/>
              <a:buNone/>
            </a:pPr>
            <a:endParaRPr sz="600" dirty="0">
              <a:solidFill>
                <a:srgbClr val="AF7B51"/>
              </a:solidFill>
              <a:latin typeface="Nunito"/>
              <a:ea typeface="Nunito"/>
              <a:cs typeface="Nunito"/>
              <a:sym typeface="Nunito"/>
            </a:endParaRPr>
          </a:p>
          <a:p>
            <a:pPr marL="0" lvl="0" indent="0" algn="l" rtl="0">
              <a:lnSpc>
                <a:spcPct val="100000"/>
              </a:lnSpc>
              <a:spcBef>
                <a:spcPts val="0"/>
              </a:spcBef>
              <a:spcAft>
                <a:spcPts val="0"/>
              </a:spcAft>
              <a:buSzPct val="222222"/>
              <a:buNone/>
            </a:pPr>
            <a:r>
              <a:rPr lang="en" sz="1500" b="1" dirty="0">
                <a:solidFill>
                  <a:srgbClr val="000000"/>
                </a:solidFill>
                <a:latin typeface="Nunito"/>
                <a:ea typeface="Nunito"/>
                <a:cs typeface="Nunito"/>
                <a:sym typeface="Nunito"/>
              </a:rPr>
              <a:t>AND (</a:t>
            </a:r>
            <a:r>
              <a:rPr lang="en" sz="1500" b="1" dirty="0">
                <a:solidFill>
                  <a:srgbClr val="FF0000"/>
                </a:solidFill>
                <a:latin typeface="Nunito"/>
                <a:ea typeface="Nunito"/>
                <a:cs typeface="Nunito"/>
                <a:sym typeface="Nunito"/>
              </a:rPr>
              <a:t>&amp;&amp;</a:t>
            </a:r>
            <a:r>
              <a:rPr lang="en" sz="1500" b="1" dirty="0">
                <a:solidFill>
                  <a:srgbClr val="000000"/>
                </a:solidFill>
                <a:latin typeface="Nunito"/>
                <a:ea typeface="Nunito"/>
                <a:cs typeface="Nunito"/>
                <a:sym typeface="Nunito"/>
              </a:rPr>
              <a:t>) Operator:</a:t>
            </a:r>
            <a:endParaRPr sz="1500" b="1" dirty="0">
              <a:solidFill>
                <a:srgbClr val="000000"/>
              </a:solidFill>
              <a:latin typeface="Nunito"/>
              <a:ea typeface="Nunito"/>
              <a:cs typeface="Nunito"/>
              <a:sym typeface="Nunito"/>
            </a:endParaRPr>
          </a:p>
          <a:p>
            <a:pPr marL="457200" lvl="0" indent="-314325" algn="l" rtl="0">
              <a:lnSpc>
                <a:spcPct val="100000"/>
              </a:lnSpc>
              <a:spcBef>
                <a:spcPts val="0"/>
              </a:spcBef>
              <a:spcAft>
                <a:spcPts val="0"/>
              </a:spcAft>
              <a:buClr>
                <a:srgbClr val="000000"/>
              </a:buClr>
              <a:buSzPct val="100000"/>
              <a:buFont typeface="Nunito"/>
              <a:buChar char="●"/>
            </a:pPr>
            <a:r>
              <a:rPr lang="en" sz="1500" dirty="0">
                <a:solidFill>
                  <a:srgbClr val="000000"/>
                </a:solidFill>
                <a:latin typeface="Nunito"/>
                <a:ea typeface="Nunito"/>
                <a:cs typeface="Nunito"/>
                <a:sym typeface="Nunito"/>
              </a:rPr>
              <a:t>If both outputs are true = </a:t>
            </a:r>
            <a:r>
              <a:rPr lang="en" sz="1500" b="1" dirty="0">
                <a:solidFill>
                  <a:srgbClr val="000000"/>
                </a:solidFill>
                <a:latin typeface="Nunito"/>
                <a:ea typeface="Nunito"/>
                <a:cs typeface="Nunito"/>
                <a:sym typeface="Nunito"/>
              </a:rPr>
              <a:t>True</a:t>
            </a:r>
            <a:endParaRPr sz="1500" b="1" dirty="0">
              <a:solidFill>
                <a:srgbClr val="000000"/>
              </a:solidFill>
              <a:latin typeface="Nunito"/>
              <a:ea typeface="Nunito"/>
              <a:cs typeface="Nunito"/>
              <a:sym typeface="Nunito"/>
            </a:endParaRPr>
          </a:p>
          <a:p>
            <a:pPr marL="457200" lvl="0" indent="-314325" algn="l" rtl="0">
              <a:lnSpc>
                <a:spcPct val="100000"/>
              </a:lnSpc>
              <a:spcBef>
                <a:spcPts val="0"/>
              </a:spcBef>
              <a:spcAft>
                <a:spcPts val="0"/>
              </a:spcAft>
              <a:buClr>
                <a:srgbClr val="000000"/>
              </a:buClr>
              <a:buSzPct val="100000"/>
              <a:buFont typeface="Nunito"/>
              <a:buChar char="●"/>
            </a:pPr>
            <a:r>
              <a:rPr lang="en" sz="1500" dirty="0">
                <a:solidFill>
                  <a:srgbClr val="000000"/>
                </a:solidFill>
                <a:latin typeface="Nunito"/>
                <a:ea typeface="Nunito"/>
                <a:cs typeface="Nunito"/>
                <a:sym typeface="Nunito"/>
              </a:rPr>
              <a:t>If first output is true and the other is false = </a:t>
            </a:r>
            <a:r>
              <a:rPr lang="en" sz="1500" b="1" dirty="0">
                <a:solidFill>
                  <a:srgbClr val="000000"/>
                </a:solidFill>
                <a:latin typeface="Nunito"/>
                <a:ea typeface="Nunito"/>
                <a:cs typeface="Nunito"/>
                <a:sym typeface="Nunito"/>
              </a:rPr>
              <a:t>False</a:t>
            </a:r>
            <a:endParaRPr sz="1500" b="1" dirty="0">
              <a:solidFill>
                <a:srgbClr val="000000"/>
              </a:solidFill>
              <a:latin typeface="Nunito"/>
              <a:ea typeface="Nunito"/>
              <a:cs typeface="Nunito"/>
              <a:sym typeface="Nunito"/>
            </a:endParaRPr>
          </a:p>
          <a:p>
            <a:pPr marL="457200" lvl="0" indent="-314325" algn="l" rtl="0">
              <a:lnSpc>
                <a:spcPct val="100000"/>
              </a:lnSpc>
              <a:spcBef>
                <a:spcPts val="0"/>
              </a:spcBef>
              <a:spcAft>
                <a:spcPts val="0"/>
              </a:spcAft>
              <a:buClr>
                <a:srgbClr val="000000"/>
              </a:buClr>
              <a:buSzPct val="100000"/>
              <a:buFont typeface="Nunito"/>
              <a:buChar char="●"/>
            </a:pPr>
            <a:r>
              <a:rPr lang="en" sz="1500" dirty="0">
                <a:solidFill>
                  <a:srgbClr val="000000"/>
                </a:solidFill>
                <a:latin typeface="Nunito"/>
                <a:ea typeface="Nunito"/>
                <a:cs typeface="Nunito"/>
                <a:sym typeface="Nunito"/>
              </a:rPr>
              <a:t>If first output is false and the other is true = </a:t>
            </a:r>
            <a:r>
              <a:rPr lang="en" sz="1500" b="1" dirty="0">
                <a:solidFill>
                  <a:srgbClr val="000000"/>
                </a:solidFill>
                <a:latin typeface="Nunito"/>
                <a:ea typeface="Nunito"/>
                <a:cs typeface="Nunito"/>
                <a:sym typeface="Nunito"/>
              </a:rPr>
              <a:t>False</a:t>
            </a:r>
            <a:endParaRPr sz="1500" b="1" dirty="0">
              <a:solidFill>
                <a:srgbClr val="000000"/>
              </a:solidFill>
              <a:latin typeface="Nunito"/>
              <a:ea typeface="Nunito"/>
              <a:cs typeface="Nunito"/>
              <a:sym typeface="Nunito"/>
            </a:endParaRPr>
          </a:p>
          <a:p>
            <a:pPr marL="457200" lvl="0" indent="-314325" algn="l" rtl="0">
              <a:lnSpc>
                <a:spcPct val="100000"/>
              </a:lnSpc>
              <a:spcBef>
                <a:spcPts val="0"/>
              </a:spcBef>
              <a:spcAft>
                <a:spcPts val="0"/>
              </a:spcAft>
              <a:buClr>
                <a:srgbClr val="000000"/>
              </a:buClr>
              <a:buSzPct val="100000"/>
              <a:buFont typeface="Nunito"/>
              <a:buChar char="●"/>
            </a:pPr>
            <a:r>
              <a:rPr lang="en" sz="1500" dirty="0">
                <a:solidFill>
                  <a:srgbClr val="000000"/>
                </a:solidFill>
                <a:latin typeface="Nunito"/>
                <a:ea typeface="Nunito"/>
                <a:cs typeface="Nunito"/>
                <a:sym typeface="Nunito"/>
              </a:rPr>
              <a:t>If both outputs are false = </a:t>
            </a:r>
            <a:r>
              <a:rPr lang="en" sz="1500" b="1" dirty="0">
                <a:solidFill>
                  <a:srgbClr val="000000"/>
                </a:solidFill>
                <a:latin typeface="Nunito"/>
                <a:ea typeface="Nunito"/>
                <a:cs typeface="Nunito"/>
                <a:sym typeface="Nunito"/>
              </a:rPr>
              <a:t>False</a:t>
            </a:r>
            <a:endParaRPr sz="1500" b="1" dirty="0">
              <a:solidFill>
                <a:srgbClr val="000000"/>
              </a:solidFill>
              <a:latin typeface="Nunito"/>
              <a:ea typeface="Nunito"/>
              <a:cs typeface="Nunito"/>
              <a:sym typeface="Nunito"/>
            </a:endParaRPr>
          </a:p>
          <a:p>
            <a:pPr marL="0" lvl="0" indent="0" algn="l" rtl="0">
              <a:lnSpc>
                <a:spcPct val="100000"/>
              </a:lnSpc>
              <a:spcBef>
                <a:spcPts val="0"/>
              </a:spcBef>
              <a:spcAft>
                <a:spcPts val="0"/>
              </a:spcAft>
              <a:buSzPts val="3000"/>
              <a:buNone/>
            </a:pPr>
            <a:endParaRPr sz="600" dirty="0">
              <a:solidFill>
                <a:srgbClr val="AF7B51"/>
              </a:solidFill>
              <a:latin typeface="Nunito"/>
              <a:ea typeface="Nunito"/>
              <a:cs typeface="Nunito"/>
              <a:sym typeface="Nunito"/>
            </a:endParaRPr>
          </a:p>
          <a:p>
            <a:pPr marL="0" lvl="0" indent="0" algn="l" rtl="0">
              <a:lnSpc>
                <a:spcPct val="100000"/>
              </a:lnSpc>
              <a:spcBef>
                <a:spcPts val="0"/>
              </a:spcBef>
              <a:spcAft>
                <a:spcPts val="0"/>
              </a:spcAft>
              <a:buSzPct val="222222"/>
              <a:buNone/>
            </a:pPr>
            <a:r>
              <a:rPr lang="en" sz="1500" b="1" dirty="0">
                <a:solidFill>
                  <a:srgbClr val="000000"/>
                </a:solidFill>
                <a:latin typeface="Nunito"/>
                <a:ea typeface="Nunito"/>
                <a:cs typeface="Nunito"/>
                <a:sym typeface="Nunito"/>
              </a:rPr>
              <a:t>OR (</a:t>
            </a:r>
            <a:r>
              <a:rPr lang="en" sz="1500" b="1" dirty="0">
                <a:solidFill>
                  <a:srgbClr val="FF0000"/>
                </a:solidFill>
                <a:latin typeface="Nunito"/>
                <a:ea typeface="Nunito"/>
                <a:cs typeface="Nunito"/>
                <a:sym typeface="Nunito"/>
              </a:rPr>
              <a:t>||</a:t>
            </a:r>
            <a:r>
              <a:rPr lang="en" sz="1500" b="1" dirty="0">
                <a:solidFill>
                  <a:srgbClr val="000000"/>
                </a:solidFill>
                <a:latin typeface="Nunito"/>
                <a:ea typeface="Nunito"/>
                <a:cs typeface="Nunito"/>
                <a:sym typeface="Nunito"/>
              </a:rPr>
              <a:t>) Operator:</a:t>
            </a:r>
            <a:endParaRPr sz="1500" b="1" dirty="0">
              <a:solidFill>
                <a:srgbClr val="000000"/>
              </a:solidFill>
              <a:latin typeface="Nunito"/>
              <a:ea typeface="Nunito"/>
              <a:cs typeface="Nunito"/>
              <a:sym typeface="Nunito"/>
            </a:endParaRPr>
          </a:p>
          <a:p>
            <a:pPr marL="457200" lvl="0" indent="-314325" algn="l" rtl="0">
              <a:lnSpc>
                <a:spcPct val="100000"/>
              </a:lnSpc>
              <a:spcBef>
                <a:spcPts val="0"/>
              </a:spcBef>
              <a:spcAft>
                <a:spcPts val="0"/>
              </a:spcAft>
              <a:buClr>
                <a:srgbClr val="000000"/>
              </a:buClr>
              <a:buSzPct val="100000"/>
              <a:buFont typeface="Nunito"/>
              <a:buChar char="●"/>
            </a:pPr>
            <a:r>
              <a:rPr lang="en" sz="1500" dirty="0">
                <a:solidFill>
                  <a:srgbClr val="000000"/>
                </a:solidFill>
                <a:latin typeface="Nunito"/>
                <a:ea typeface="Nunito"/>
                <a:cs typeface="Nunito"/>
                <a:sym typeface="Nunito"/>
              </a:rPr>
              <a:t>If both outputs are true = </a:t>
            </a:r>
            <a:r>
              <a:rPr lang="en" sz="1500" b="1" dirty="0">
                <a:solidFill>
                  <a:srgbClr val="000000"/>
                </a:solidFill>
                <a:latin typeface="Nunito"/>
                <a:ea typeface="Nunito"/>
                <a:cs typeface="Nunito"/>
                <a:sym typeface="Nunito"/>
              </a:rPr>
              <a:t>True</a:t>
            </a:r>
            <a:endParaRPr sz="1500" b="1" dirty="0">
              <a:solidFill>
                <a:srgbClr val="000000"/>
              </a:solidFill>
              <a:latin typeface="Nunito"/>
              <a:ea typeface="Nunito"/>
              <a:cs typeface="Nunito"/>
              <a:sym typeface="Nunito"/>
            </a:endParaRPr>
          </a:p>
          <a:p>
            <a:pPr marL="457200" lvl="0" indent="-314325" algn="l" rtl="0">
              <a:lnSpc>
                <a:spcPct val="100000"/>
              </a:lnSpc>
              <a:spcBef>
                <a:spcPts val="0"/>
              </a:spcBef>
              <a:spcAft>
                <a:spcPts val="0"/>
              </a:spcAft>
              <a:buClr>
                <a:srgbClr val="000000"/>
              </a:buClr>
              <a:buSzPct val="100000"/>
              <a:buFont typeface="Nunito"/>
              <a:buChar char="●"/>
            </a:pPr>
            <a:r>
              <a:rPr lang="en" sz="1500" dirty="0">
                <a:solidFill>
                  <a:srgbClr val="000000"/>
                </a:solidFill>
                <a:latin typeface="Nunito"/>
                <a:ea typeface="Nunito"/>
                <a:cs typeface="Nunito"/>
                <a:sym typeface="Nunito"/>
              </a:rPr>
              <a:t>If first output is true and the other is false = </a:t>
            </a:r>
            <a:r>
              <a:rPr lang="en" sz="1500" b="1" dirty="0">
                <a:solidFill>
                  <a:srgbClr val="000000"/>
                </a:solidFill>
                <a:latin typeface="Nunito"/>
                <a:ea typeface="Nunito"/>
                <a:cs typeface="Nunito"/>
                <a:sym typeface="Nunito"/>
              </a:rPr>
              <a:t>True</a:t>
            </a:r>
            <a:endParaRPr sz="1500" b="1" dirty="0">
              <a:solidFill>
                <a:srgbClr val="000000"/>
              </a:solidFill>
              <a:latin typeface="Nunito"/>
              <a:ea typeface="Nunito"/>
              <a:cs typeface="Nunito"/>
              <a:sym typeface="Nunito"/>
            </a:endParaRPr>
          </a:p>
          <a:p>
            <a:pPr marL="457200" lvl="0" indent="-314325" algn="l" rtl="0">
              <a:lnSpc>
                <a:spcPct val="100000"/>
              </a:lnSpc>
              <a:spcBef>
                <a:spcPts val="0"/>
              </a:spcBef>
              <a:spcAft>
                <a:spcPts val="0"/>
              </a:spcAft>
              <a:buClr>
                <a:srgbClr val="000000"/>
              </a:buClr>
              <a:buSzPct val="100000"/>
              <a:buFont typeface="Nunito"/>
              <a:buChar char="●"/>
            </a:pPr>
            <a:r>
              <a:rPr lang="en" sz="1500" dirty="0">
                <a:solidFill>
                  <a:srgbClr val="000000"/>
                </a:solidFill>
                <a:latin typeface="Nunito"/>
                <a:ea typeface="Nunito"/>
                <a:cs typeface="Nunito"/>
                <a:sym typeface="Nunito"/>
              </a:rPr>
              <a:t>If first output is false and the other is true = </a:t>
            </a:r>
            <a:r>
              <a:rPr lang="en" sz="1500" b="1" dirty="0">
                <a:solidFill>
                  <a:srgbClr val="000000"/>
                </a:solidFill>
                <a:latin typeface="Nunito"/>
                <a:ea typeface="Nunito"/>
                <a:cs typeface="Nunito"/>
                <a:sym typeface="Nunito"/>
              </a:rPr>
              <a:t>True</a:t>
            </a:r>
            <a:endParaRPr sz="1500" b="1" dirty="0">
              <a:solidFill>
                <a:srgbClr val="000000"/>
              </a:solidFill>
              <a:latin typeface="Nunito"/>
              <a:ea typeface="Nunito"/>
              <a:cs typeface="Nunito"/>
              <a:sym typeface="Nunito"/>
            </a:endParaRPr>
          </a:p>
          <a:p>
            <a:pPr marL="457200" lvl="0" indent="-314325" algn="l" rtl="0">
              <a:lnSpc>
                <a:spcPct val="100000"/>
              </a:lnSpc>
              <a:spcBef>
                <a:spcPts val="0"/>
              </a:spcBef>
              <a:spcAft>
                <a:spcPts val="0"/>
              </a:spcAft>
              <a:buClr>
                <a:srgbClr val="000000"/>
              </a:buClr>
              <a:buSzPct val="100000"/>
              <a:buFont typeface="Nunito"/>
              <a:buChar char="●"/>
            </a:pPr>
            <a:r>
              <a:rPr lang="en" sz="1500" dirty="0">
                <a:solidFill>
                  <a:srgbClr val="000000"/>
                </a:solidFill>
                <a:latin typeface="Nunito"/>
                <a:ea typeface="Nunito"/>
                <a:cs typeface="Nunito"/>
                <a:sym typeface="Nunito"/>
              </a:rPr>
              <a:t>If both outputs are false = </a:t>
            </a:r>
            <a:r>
              <a:rPr lang="en" sz="1500" b="1" dirty="0">
                <a:solidFill>
                  <a:srgbClr val="000000"/>
                </a:solidFill>
                <a:latin typeface="Nunito"/>
                <a:ea typeface="Nunito"/>
                <a:cs typeface="Nunito"/>
                <a:sym typeface="Nunito"/>
              </a:rPr>
              <a:t>False</a:t>
            </a:r>
            <a:endParaRPr sz="1500" b="1" dirty="0">
              <a:solidFill>
                <a:srgbClr val="000000"/>
              </a:solidFill>
              <a:latin typeface="Nunito"/>
              <a:ea typeface="Nunito"/>
              <a:cs typeface="Nunito"/>
              <a:sym typeface="Nunito"/>
            </a:endParaRPr>
          </a:p>
          <a:p>
            <a:pPr marL="457200" lvl="0" indent="0" algn="l" rtl="0">
              <a:lnSpc>
                <a:spcPct val="100000"/>
              </a:lnSpc>
              <a:spcBef>
                <a:spcPts val="0"/>
              </a:spcBef>
              <a:spcAft>
                <a:spcPts val="0"/>
              </a:spcAft>
              <a:buSzPts val="3000"/>
              <a:buNone/>
            </a:pPr>
            <a:endParaRPr sz="600" b="1" dirty="0">
              <a:solidFill>
                <a:srgbClr val="000000"/>
              </a:solidFill>
              <a:latin typeface="Nunito"/>
              <a:ea typeface="Nunito"/>
              <a:cs typeface="Nunito"/>
              <a:sym typeface="Nunito"/>
            </a:endParaRPr>
          </a:p>
          <a:p>
            <a:pPr marL="457200" lvl="0" indent="0" algn="l" rtl="0">
              <a:lnSpc>
                <a:spcPct val="100000"/>
              </a:lnSpc>
              <a:spcBef>
                <a:spcPts val="0"/>
              </a:spcBef>
              <a:spcAft>
                <a:spcPts val="0"/>
              </a:spcAft>
              <a:buSzPts val="3000"/>
              <a:buNone/>
            </a:pPr>
            <a:endParaRPr sz="600" b="1" dirty="0">
              <a:solidFill>
                <a:srgbClr val="000000"/>
              </a:solidFill>
              <a:latin typeface="Nunito"/>
              <a:ea typeface="Nunito"/>
              <a:cs typeface="Nunito"/>
              <a:sym typeface="Nunito"/>
            </a:endParaRPr>
          </a:p>
          <a:p>
            <a:pPr marL="0" lvl="0" indent="0" algn="l" rtl="0">
              <a:lnSpc>
                <a:spcPct val="100000"/>
              </a:lnSpc>
              <a:spcBef>
                <a:spcPts val="0"/>
              </a:spcBef>
              <a:spcAft>
                <a:spcPts val="0"/>
              </a:spcAft>
              <a:buSzPct val="222222"/>
              <a:buNone/>
            </a:pPr>
            <a:r>
              <a:rPr lang="en" sz="1500" b="1" dirty="0">
                <a:solidFill>
                  <a:srgbClr val="FF0000"/>
                </a:solidFill>
                <a:latin typeface="Nunito"/>
                <a:ea typeface="Nunito"/>
                <a:cs typeface="Nunito"/>
                <a:sym typeface="Nunito"/>
              </a:rPr>
              <a:t>!</a:t>
            </a:r>
            <a:r>
              <a:rPr lang="en" sz="1500" b="1" dirty="0">
                <a:solidFill>
                  <a:srgbClr val="000000"/>
                </a:solidFill>
                <a:latin typeface="Nunito"/>
                <a:ea typeface="Nunito"/>
                <a:cs typeface="Nunito"/>
                <a:sym typeface="Nunito"/>
              </a:rPr>
              <a:t>(NOT):  </a:t>
            </a:r>
            <a:r>
              <a:rPr lang="en" sz="1500" b="1" dirty="0">
                <a:solidFill>
                  <a:srgbClr val="A64D79"/>
                </a:solidFill>
                <a:latin typeface="Nunito"/>
                <a:ea typeface="Nunito"/>
                <a:cs typeface="Nunito"/>
                <a:sym typeface="Nunito"/>
              </a:rPr>
              <a:t>//Use it to turn false into true or true into false.</a:t>
            </a:r>
            <a:br>
              <a:rPr lang="en" sz="1500" b="1" dirty="0">
                <a:solidFill>
                  <a:srgbClr val="A64D79"/>
                </a:solidFill>
                <a:latin typeface="Nunito"/>
                <a:ea typeface="Nunito"/>
                <a:cs typeface="Nunito"/>
                <a:sym typeface="Nunito"/>
              </a:rPr>
            </a:br>
            <a:br>
              <a:rPr lang="en" sz="1500" b="1" dirty="0">
                <a:solidFill>
                  <a:srgbClr val="A64D79"/>
                </a:solidFill>
                <a:latin typeface="Nunito"/>
                <a:ea typeface="Nunito"/>
                <a:cs typeface="Nunito"/>
                <a:sym typeface="Nunito"/>
              </a:rPr>
            </a:br>
            <a:endParaRPr sz="1500" b="1" dirty="0">
              <a:solidFill>
                <a:srgbClr val="A64D79"/>
              </a:solidFill>
              <a:latin typeface="Nunito"/>
              <a:ea typeface="Nunito"/>
              <a:cs typeface="Nunito"/>
              <a:sym typeface="Nunito"/>
            </a:endParaRPr>
          </a:p>
        </p:txBody>
      </p:sp>
      <p:pic>
        <p:nvPicPr>
          <p:cNvPr id="119" name="Google Shape;119;p18"/>
          <p:cNvPicPr preferRelativeResize="0"/>
          <p:nvPr/>
        </p:nvPicPr>
        <p:blipFill rotWithShape="1">
          <a:blip r:embed="rId3">
            <a:alphaModFix/>
          </a:blip>
          <a:srcRect/>
          <a:stretch/>
        </p:blipFill>
        <p:spPr>
          <a:xfrm>
            <a:off x="136013" y="4163038"/>
            <a:ext cx="3189647" cy="940536"/>
          </a:xfrm>
          <a:prstGeom prst="rect">
            <a:avLst/>
          </a:prstGeom>
          <a:noFill/>
          <a:ln>
            <a:noFill/>
          </a:ln>
        </p:spPr>
      </p:pic>
      <p:pic>
        <p:nvPicPr>
          <p:cNvPr id="2" name="Picture 1">
            <a:extLst>
              <a:ext uri="{FF2B5EF4-FFF2-40B4-BE49-F238E27FC236}">
                <a16:creationId xmlns:a16="http://schemas.microsoft.com/office/drawing/2014/main" id="{72E57C9D-5FC1-43BF-B637-BF34102F7563}"/>
              </a:ext>
            </a:extLst>
          </p:cNvPr>
          <p:cNvPicPr>
            <a:picLocks noChangeAspect="1"/>
          </p:cNvPicPr>
          <p:nvPr/>
        </p:nvPicPr>
        <p:blipFill>
          <a:blip r:embed="rId4"/>
          <a:stretch>
            <a:fillRect/>
          </a:stretch>
        </p:blipFill>
        <p:spPr>
          <a:xfrm>
            <a:off x="4771580" y="3880635"/>
            <a:ext cx="1705213" cy="32389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19"/>
          <p:cNvSpPr txBox="1"/>
          <p:nvPr/>
        </p:nvSpPr>
        <p:spPr>
          <a:xfrm>
            <a:off x="0" y="0"/>
            <a:ext cx="9144000" cy="688500"/>
          </a:xfrm>
          <a:prstGeom prst="rect">
            <a:avLst/>
          </a:prstGeom>
          <a:gradFill>
            <a:gsLst>
              <a:gs pos="0">
                <a:srgbClr val="A8B8DF"/>
              </a:gs>
              <a:gs pos="100000">
                <a:srgbClr val="516DB4"/>
              </a:gs>
            </a:gsLst>
            <a:lin ang="5400012" scaled="0"/>
          </a:grad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3033"/>
              <a:buFont typeface="Arial"/>
              <a:buNone/>
            </a:pPr>
            <a:r>
              <a:rPr lang="en" sz="3033" b="1" i="0" u="none" strike="noStrike" cap="none">
                <a:solidFill>
                  <a:schemeClr val="lt1"/>
                </a:solidFill>
                <a:latin typeface="Nunito"/>
                <a:ea typeface="Nunito"/>
                <a:cs typeface="Nunito"/>
                <a:sym typeface="Nunito"/>
              </a:rPr>
              <a:t>Variables</a:t>
            </a:r>
            <a:endParaRPr sz="2700" b="1" i="0" u="sng" strike="noStrike" cap="none">
              <a:solidFill>
                <a:schemeClr val="lt1"/>
              </a:solidFill>
              <a:latin typeface="Nunito"/>
              <a:ea typeface="Nunito"/>
              <a:cs typeface="Nunito"/>
              <a:sym typeface="Nunito"/>
            </a:endParaRPr>
          </a:p>
        </p:txBody>
      </p:sp>
      <p:sp>
        <p:nvSpPr>
          <p:cNvPr id="125" name="Google Shape;125;p19"/>
          <p:cNvSpPr txBox="1">
            <a:spLocks noGrp="1"/>
          </p:cNvSpPr>
          <p:nvPr>
            <p:ph type="title"/>
          </p:nvPr>
        </p:nvSpPr>
        <p:spPr>
          <a:xfrm>
            <a:off x="0" y="688500"/>
            <a:ext cx="9144000" cy="32379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75438"/>
              <a:buNone/>
            </a:pPr>
            <a:r>
              <a:rPr lang="en" sz="1900" b="1" dirty="0">
                <a:solidFill>
                  <a:srgbClr val="000000"/>
                </a:solidFill>
                <a:latin typeface="Nunito"/>
                <a:ea typeface="Nunito"/>
                <a:cs typeface="Nunito"/>
                <a:sym typeface="Nunito"/>
              </a:rPr>
              <a:t>Think of variables as labeled boxes where you can store different values. You can name each box (variable name) and put a value inside it. Later, you can access or modify the contents by referring to the box's name. To update the value, simply assign a new value using </a:t>
            </a:r>
            <a:r>
              <a:rPr lang="en" sz="1900" b="1" dirty="0">
                <a:solidFill>
                  <a:srgbClr val="A64D79"/>
                </a:solidFill>
                <a:latin typeface="Nunito"/>
                <a:ea typeface="Nunito"/>
                <a:cs typeface="Nunito"/>
                <a:sym typeface="Nunito"/>
              </a:rPr>
              <a:t>“=”</a:t>
            </a:r>
            <a:r>
              <a:rPr lang="en" sz="1900" b="1" dirty="0">
                <a:solidFill>
                  <a:srgbClr val="000000"/>
                </a:solidFill>
                <a:latin typeface="Nunito"/>
                <a:ea typeface="Nunito"/>
                <a:cs typeface="Nunito"/>
                <a:sym typeface="Nunito"/>
              </a:rPr>
              <a:t>.</a:t>
            </a:r>
            <a:endParaRPr sz="1900" b="1" dirty="0">
              <a:solidFill>
                <a:srgbClr val="000000"/>
              </a:solidFill>
              <a:latin typeface="Nunito"/>
              <a:ea typeface="Nunito"/>
              <a:cs typeface="Nunito"/>
              <a:sym typeface="Nunito"/>
            </a:endParaRPr>
          </a:p>
          <a:p>
            <a:pPr marL="0" lvl="0" indent="0" algn="l" rtl="0">
              <a:lnSpc>
                <a:spcPct val="100000"/>
              </a:lnSpc>
              <a:spcBef>
                <a:spcPts val="0"/>
              </a:spcBef>
              <a:spcAft>
                <a:spcPts val="0"/>
              </a:spcAft>
              <a:buSzPct val="300030"/>
              <a:buNone/>
            </a:pPr>
            <a:endParaRPr sz="1111" b="1" dirty="0">
              <a:solidFill>
                <a:srgbClr val="38761D"/>
              </a:solidFill>
              <a:latin typeface="Nunito"/>
              <a:ea typeface="Nunito"/>
              <a:cs typeface="Nunito"/>
              <a:sym typeface="Nunito"/>
            </a:endParaRPr>
          </a:p>
          <a:p>
            <a:pPr lvl="0">
              <a:buSzPct val="176553"/>
            </a:pPr>
            <a:r>
              <a:rPr lang="en" sz="1887" b="1" dirty="0">
                <a:solidFill>
                  <a:srgbClr val="000000"/>
                </a:solidFill>
                <a:latin typeface="Nunito"/>
                <a:ea typeface="Nunito"/>
                <a:cs typeface="Nunito"/>
                <a:sym typeface="Nunito"/>
              </a:rPr>
              <a:t>Example: </a:t>
            </a:r>
            <a:r>
              <a:rPr lang="en-ZA" sz="2000" b="1" u="sng" dirty="0">
                <a:solidFill>
                  <a:srgbClr val="A64D79"/>
                </a:solidFill>
                <a:latin typeface="Nunito"/>
                <a:ea typeface="Nunito"/>
                <a:cs typeface="Nunito"/>
                <a:sym typeface="Nunito"/>
              </a:rPr>
              <a:t>B44 - 45 &amp; L17 - 18</a:t>
            </a:r>
            <a:endParaRPr sz="1887" b="1" dirty="0">
              <a:solidFill>
                <a:srgbClr val="000000"/>
              </a:solidFill>
              <a:latin typeface="Nunito"/>
              <a:ea typeface="Nunito"/>
              <a:cs typeface="Nunito"/>
              <a:sym typeface="Nunito"/>
            </a:endParaRPr>
          </a:p>
          <a:p>
            <a:pPr marL="0" lvl="0" indent="0" algn="l" rtl="0">
              <a:lnSpc>
                <a:spcPct val="100000"/>
              </a:lnSpc>
              <a:spcBef>
                <a:spcPts val="0"/>
              </a:spcBef>
              <a:spcAft>
                <a:spcPts val="0"/>
              </a:spcAft>
              <a:buSzPct val="176553"/>
              <a:buNone/>
            </a:pPr>
            <a:r>
              <a:rPr lang="en" sz="1887" b="1" dirty="0">
                <a:solidFill>
                  <a:srgbClr val="A64D79"/>
                </a:solidFill>
                <a:latin typeface="Nunito"/>
                <a:ea typeface="Nunito"/>
                <a:cs typeface="Nunito"/>
                <a:sym typeface="Nunito"/>
              </a:rPr>
              <a:t>var nick;</a:t>
            </a:r>
            <a:endParaRPr sz="1887" b="1" dirty="0">
              <a:solidFill>
                <a:srgbClr val="A64D79"/>
              </a:solidFill>
              <a:latin typeface="Nunito"/>
              <a:ea typeface="Nunito"/>
              <a:cs typeface="Nunito"/>
              <a:sym typeface="Nunito"/>
            </a:endParaRPr>
          </a:p>
          <a:p>
            <a:pPr marL="457200" lvl="0" indent="-336569" algn="l" rtl="0">
              <a:lnSpc>
                <a:spcPct val="100000"/>
              </a:lnSpc>
              <a:spcBef>
                <a:spcPts val="0"/>
              </a:spcBef>
              <a:spcAft>
                <a:spcPts val="0"/>
              </a:spcAft>
              <a:buClr>
                <a:srgbClr val="000000"/>
              </a:buClr>
              <a:buSzPct val="99947"/>
              <a:buFont typeface="Nunito"/>
              <a:buChar char="●"/>
            </a:pPr>
            <a:r>
              <a:rPr lang="en" sz="1887" b="1" dirty="0">
                <a:solidFill>
                  <a:srgbClr val="000000"/>
                </a:solidFill>
                <a:latin typeface="Nunito"/>
                <a:ea typeface="Nunito"/>
                <a:cs typeface="Nunito"/>
                <a:sym typeface="Nunito"/>
              </a:rPr>
              <a:t>This line creates a variable named nick with an undefined value because no value was assigned.</a:t>
            </a:r>
            <a:endParaRPr sz="1887" b="1" dirty="0">
              <a:solidFill>
                <a:srgbClr val="000000"/>
              </a:solidFill>
              <a:latin typeface="Nunito"/>
              <a:ea typeface="Nunito"/>
              <a:cs typeface="Nunito"/>
              <a:sym typeface="Nunito"/>
            </a:endParaRPr>
          </a:p>
          <a:p>
            <a:pPr marL="0" lvl="0" indent="0" algn="l" rtl="0">
              <a:lnSpc>
                <a:spcPct val="100000"/>
              </a:lnSpc>
              <a:spcBef>
                <a:spcPts val="0"/>
              </a:spcBef>
              <a:spcAft>
                <a:spcPts val="0"/>
              </a:spcAft>
              <a:buSzPct val="176553"/>
              <a:buNone/>
            </a:pPr>
            <a:r>
              <a:rPr lang="en" sz="1887" b="1" dirty="0">
                <a:solidFill>
                  <a:srgbClr val="A64D79"/>
                </a:solidFill>
                <a:latin typeface="Nunito"/>
                <a:ea typeface="Nunito"/>
                <a:cs typeface="Nunito"/>
                <a:sym typeface="Nunito"/>
              </a:rPr>
              <a:t>var age = 12;</a:t>
            </a:r>
            <a:endParaRPr sz="1887" b="1" dirty="0">
              <a:solidFill>
                <a:srgbClr val="A64D79"/>
              </a:solidFill>
              <a:latin typeface="Nunito"/>
              <a:ea typeface="Nunito"/>
              <a:cs typeface="Nunito"/>
              <a:sym typeface="Nunito"/>
            </a:endParaRPr>
          </a:p>
          <a:p>
            <a:pPr marL="457200" lvl="0" indent="-336569" algn="l" rtl="0">
              <a:lnSpc>
                <a:spcPct val="100000"/>
              </a:lnSpc>
              <a:spcBef>
                <a:spcPts val="0"/>
              </a:spcBef>
              <a:spcAft>
                <a:spcPts val="0"/>
              </a:spcAft>
              <a:buClr>
                <a:srgbClr val="000000"/>
              </a:buClr>
              <a:buSzPct val="99947"/>
              <a:buFont typeface="Nunito"/>
              <a:buChar char="●"/>
            </a:pPr>
            <a:r>
              <a:rPr lang="en" sz="1887" b="1" dirty="0">
                <a:solidFill>
                  <a:srgbClr val="000000"/>
                </a:solidFill>
                <a:latin typeface="Nunito"/>
                <a:ea typeface="Nunito"/>
                <a:cs typeface="Nunito"/>
                <a:sym typeface="Nunito"/>
              </a:rPr>
              <a:t>This line assigns the value 12 to the variable age, and the value will be displayed when you reference the variable.</a:t>
            </a:r>
            <a:endParaRPr sz="1999" b="1" dirty="0">
              <a:solidFill>
                <a:srgbClr val="000000"/>
              </a:solidFill>
              <a:latin typeface="Nunito"/>
              <a:ea typeface="Nunito"/>
              <a:cs typeface="Nunito"/>
              <a:sym typeface="Nunit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0"/>
          <p:cNvSpPr txBox="1">
            <a:spLocks noGrp="1"/>
          </p:cNvSpPr>
          <p:nvPr>
            <p:ph type="title" idx="4294967295"/>
          </p:nvPr>
        </p:nvSpPr>
        <p:spPr>
          <a:xfrm>
            <a:off x="0" y="0"/>
            <a:ext cx="4444500" cy="51435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3000"/>
              <a:buNone/>
            </a:pPr>
            <a:endParaRPr sz="2000" b="1" u="sng" dirty="0">
              <a:solidFill>
                <a:srgbClr val="000000"/>
              </a:solidFill>
              <a:latin typeface="Nunito"/>
              <a:ea typeface="Nunito"/>
              <a:cs typeface="Nunito"/>
              <a:sym typeface="Nunito"/>
            </a:endParaRPr>
          </a:p>
          <a:p>
            <a:pPr marL="139700" lvl="0" indent="0" algn="l" rtl="0">
              <a:lnSpc>
                <a:spcPct val="100000"/>
              </a:lnSpc>
              <a:spcBef>
                <a:spcPts val="0"/>
              </a:spcBef>
              <a:spcAft>
                <a:spcPts val="0"/>
              </a:spcAft>
              <a:buClr>
                <a:srgbClr val="000000"/>
              </a:buClr>
              <a:buSzPts val="1400"/>
              <a:buNone/>
            </a:pPr>
            <a:r>
              <a:rPr lang="en" sz="1400" b="1" dirty="0">
                <a:solidFill>
                  <a:srgbClr val="000000"/>
                </a:solidFill>
                <a:latin typeface="Nunito"/>
                <a:ea typeface="Nunito"/>
                <a:cs typeface="Nunito"/>
                <a:sym typeface="Nunito"/>
              </a:rPr>
              <a:t>A) Joining strings together: </a:t>
            </a:r>
            <a:r>
              <a:rPr lang="en-ZA" sz="1400" b="1" u="sng" dirty="0">
                <a:solidFill>
                  <a:srgbClr val="A64D79"/>
                </a:solidFill>
                <a:latin typeface="Nunito"/>
                <a:ea typeface="Nunito"/>
                <a:cs typeface="Nunito"/>
                <a:sym typeface="Nunito"/>
              </a:rPr>
              <a:t>B-52 &amp; L-25</a:t>
            </a:r>
            <a:endParaRPr u="sng" dirty="0">
              <a:solidFill>
                <a:srgbClr val="A64D79"/>
              </a:solidFill>
            </a:endParaRPr>
          </a:p>
          <a:p>
            <a:pPr marL="0" lvl="0" indent="0" algn="l" rtl="0">
              <a:lnSpc>
                <a:spcPct val="100000"/>
              </a:lnSpc>
              <a:spcBef>
                <a:spcPts val="0"/>
              </a:spcBef>
              <a:spcAft>
                <a:spcPts val="0"/>
              </a:spcAft>
              <a:buSzPts val="3000"/>
              <a:buNone/>
            </a:pPr>
            <a:br>
              <a:rPr lang="en" sz="1088" b="1" dirty="0">
                <a:solidFill>
                  <a:srgbClr val="FF0000"/>
                </a:solidFill>
                <a:latin typeface="Nunito"/>
                <a:ea typeface="Nunito"/>
                <a:cs typeface="Nunito"/>
                <a:sym typeface="Nunito"/>
              </a:rPr>
            </a:br>
            <a:br>
              <a:rPr lang="en" sz="1088" b="1" dirty="0">
                <a:solidFill>
                  <a:srgbClr val="FF0000"/>
                </a:solidFill>
                <a:latin typeface="Nunito"/>
                <a:ea typeface="Nunito"/>
                <a:cs typeface="Nunito"/>
                <a:sym typeface="Nunito"/>
              </a:rPr>
            </a:br>
            <a:br>
              <a:rPr lang="en" sz="1088" b="1" dirty="0">
                <a:solidFill>
                  <a:srgbClr val="FF0000"/>
                </a:solidFill>
                <a:latin typeface="Nunito"/>
                <a:ea typeface="Nunito"/>
                <a:cs typeface="Nunito"/>
                <a:sym typeface="Nunito"/>
              </a:rPr>
            </a:br>
            <a:br>
              <a:rPr lang="en" sz="1088" b="1" dirty="0">
                <a:solidFill>
                  <a:srgbClr val="FF0000"/>
                </a:solidFill>
                <a:latin typeface="Nunito"/>
                <a:ea typeface="Nunito"/>
                <a:cs typeface="Nunito"/>
                <a:sym typeface="Nunito"/>
              </a:rPr>
            </a:br>
            <a:endParaRPr sz="1288" b="1" dirty="0">
              <a:solidFill>
                <a:srgbClr val="FF0000"/>
              </a:solidFill>
              <a:latin typeface="Nunito"/>
              <a:ea typeface="Nunito"/>
              <a:cs typeface="Nunito"/>
              <a:sym typeface="Nunito"/>
            </a:endParaRPr>
          </a:p>
          <a:p>
            <a:pPr marL="139700" lvl="0" indent="0" algn="l" rtl="0">
              <a:lnSpc>
                <a:spcPct val="100000"/>
              </a:lnSpc>
              <a:spcBef>
                <a:spcPts val="0"/>
              </a:spcBef>
              <a:spcAft>
                <a:spcPts val="0"/>
              </a:spcAft>
              <a:buClr>
                <a:srgbClr val="000000"/>
              </a:buClr>
              <a:buSzPts val="1400"/>
              <a:buNone/>
            </a:pPr>
            <a:r>
              <a:rPr lang="en" sz="1400" b="1" dirty="0">
                <a:solidFill>
                  <a:srgbClr val="000000"/>
                </a:solidFill>
                <a:latin typeface="Nunito"/>
                <a:ea typeface="Nunito"/>
                <a:cs typeface="Nunito"/>
                <a:sym typeface="Nunito"/>
              </a:rPr>
              <a:t>B) Finding the length of a string us</a:t>
            </a:r>
            <a:r>
              <a:rPr lang="en-ZA" sz="1400" b="1" dirty="0">
                <a:solidFill>
                  <a:srgbClr val="000000"/>
                </a:solidFill>
                <a:latin typeface="Nunito"/>
                <a:ea typeface="Nunito"/>
                <a:cs typeface="Nunito"/>
                <a:sym typeface="Nunito"/>
              </a:rPr>
              <a:t>e:</a:t>
            </a:r>
            <a:br>
              <a:rPr lang="en" sz="100" b="1" dirty="0">
                <a:solidFill>
                  <a:srgbClr val="4A86E8"/>
                </a:solidFill>
                <a:latin typeface="Nunito"/>
                <a:ea typeface="Nunito"/>
                <a:cs typeface="Nunito"/>
                <a:sym typeface="Nunito"/>
              </a:rPr>
            </a:br>
            <a:br>
              <a:rPr lang="en" sz="1000" b="1" dirty="0">
                <a:solidFill>
                  <a:srgbClr val="4A86E8"/>
                </a:solidFill>
                <a:latin typeface="Nunito"/>
                <a:ea typeface="Nunito"/>
                <a:cs typeface="Nunito"/>
                <a:sym typeface="Nunito"/>
              </a:rPr>
            </a:br>
            <a:br>
              <a:rPr lang="en" sz="1000" b="1" dirty="0">
                <a:solidFill>
                  <a:srgbClr val="4A86E8"/>
                </a:solidFill>
                <a:latin typeface="Nunito"/>
                <a:ea typeface="Nunito"/>
                <a:cs typeface="Nunito"/>
                <a:sym typeface="Nunito"/>
              </a:rPr>
            </a:br>
            <a:br>
              <a:rPr lang="en" sz="1000" b="1" dirty="0">
                <a:solidFill>
                  <a:srgbClr val="4A86E8"/>
                </a:solidFill>
                <a:latin typeface="Nunito"/>
                <a:ea typeface="Nunito"/>
                <a:cs typeface="Nunito"/>
                <a:sym typeface="Nunito"/>
              </a:rPr>
            </a:br>
            <a:br>
              <a:rPr lang="en" sz="1000" b="1" dirty="0">
                <a:solidFill>
                  <a:srgbClr val="4A86E8"/>
                </a:solidFill>
                <a:latin typeface="Nunito"/>
                <a:ea typeface="Nunito"/>
                <a:cs typeface="Nunito"/>
                <a:sym typeface="Nunito"/>
              </a:rPr>
            </a:br>
            <a:endParaRPr sz="300" b="1" dirty="0">
              <a:solidFill>
                <a:srgbClr val="4A86E8"/>
              </a:solidFill>
              <a:latin typeface="Nunito"/>
              <a:ea typeface="Nunito"/>
              <a:cs typeface="Nunito"/>
              <a:sym typeface="Nunito"/>
            </a:endParaRPr>
          </a:p>
          <a:p>
            <a:pPr marL="139700" lvl="0" indent="0" algn="l" rtl="0">
              <a:lnSpc>
                <a:spcPct val="100000"/>
              </a:lnSpc>
              <a:spcBef>
                <a:spcPts val="0"/>
              </a:spcBef>
              <a:spcAft>
                <a:spcPts val="0"/>
              </a:spcAft>
              <a:buClr>
                <a:srgbClr val="000000"/>
              </a:buClr>
              <a:buSzPts val="1400"/>
              <a:buNone/>
            </a:pPr>
            <a:r>
              <a:rPr lang="en" sz="1400" b="1" dirty="0">
                <a:solidFill>
                  <a:srgbClr val="000000"/>
                </a:solidFill>
                <a:latin typeface="Nunito"/>
                <a:ea typeface="Nunito"/>
                <a:cs typeface="Nunito"/>
                <a:sym typeface="Nunito"/>
              </a:rPr>
              <a:t>C) Getting a single character:  </a:t>
            </a:r>
            <a:r>
              <a:rPr lang="en-ZA" sz="1400" b="1" u="sng" dirty="0">
                <a:solidFill>
                  <a:srgbClr val="A64D79"/>
                </a:solidFill>
                <a:latin typeface="Nunito"/>
                <a:ea typeface="Nunito"/>
                <a:cs typeface="Nunito"/>
                <a:sym typeface="Nunito"/>
              </a:rPr>
              <a:t>B-53 &amp; L-26</a:t>
            </a:r>
            <a:endParaRPr sz="1400" b="1" u="sng" dirty="0">
              <a:solidFill>
                <a:srgbClr val="A64D79"/>
              </a:solidFill>
              <a:latin typeface="Nunito"/>
              <a:ea typeface="Nunito"/>
              <a:cs typeface="Nunito"/>
              <a:sym typeface="Nunito"/>
            </a:endParaRPr>
          </a:p>
          <a:p>
            <a:pPr marL="0" lvl="0" indent="0" algn="l" rtl="0">
              <a:lnSpc>
                <a:spcPct val="100000"/>
              </a:lnSpc>
              <a:spcBef>
                <a:spcPts val="0"/>
              </a:spcBef>
              <a:spcAft>
                <a:spcPts val="0"/>
              </a:spcAft>
              <a:buSzPts val="3000"/>
              <a:buNone/>
            </a:pPr>
            <a:br>
              <a:rPr lang="en" sz="1000" b="1" dirty="0">
                <a:solidFill>
                  <a:srgbClr val="4A86E8"/>
                </a:solidFill>
                <a:latin typeface="Nunito"/>
                <a:ea typeface="Nunito"/>
                <a:cs typeface="Nunito"/>
                <a:sym typeface="Nunito"/>
              </a:rPr>
            </a:br>
            <a:br>
              <a:rPr lang="en" sz="1000" b="1" dirty="0">
                <a:solidFill>
                  <a:srgbClr val="4A86E8"/>
                </a:solidFill>
                <a:latin typeface="Nunito"/>
                <a:ea typeface="Nunito"/>
                <a:cs typeface="Nunito"/>
                <a:sym typeface="Nunito"/>
              </a:rPr>
            </a:br>
            <a:br>
              <a:rPr lang="en" sz="1000" b="1" dirty="0">
                <a:solidFill>
                  <a:srgbClr val="4A86E8"/>
                </a:solidFill>
                <a:latin typeface="Nunito"/>
                <a:ea typeface="Nunito"/>
                <a:cs typeface="Nunito"/>
                <a:sym typeface="Nunito"/>
              </a:rPr>
            </a:br>
            <a:br>
              <a:rPr lang="en" sz="1000" b="1" dirty="0">
                <a:solidFill>
                  <a:srgbClr val="4A86E8"/>
                </a:solidFill>
                <a:latin typeface="Nunito"/>
                <a:ea typeface="Nunito"/>
                <a:cs typeface="Nunito"/>
                <a:sym typeface="Nunito"/>
              </a:rPr>
            </a:br>
            <a:br>
              <a:rPr lang="en" sz="1000" b="1" dirty="0">
                <a:solidFill>
                  <a:srgbClr val="4A86E8"/>
                </a:solidFill>
                <a:latin typeface="Nunito"/>
                <a:ea typeface="Nunito"/>
                <a:cs typeface="Nunito"/>
                <a:sym typeface="Nunito"/>
              </a:rPr>
            </a:br>
            <a:endParaRPr sz="200" b="1" dirty="0">
              <a:solidFill>
                <a:srgbClr val="4A86E8"/>
              </a:solidFill>
              <a:latin typeface="Nunito"/>
              <a:ea typeface="Nunito"/>
              <a:cs typeface="Nunito"/>
              <a:sym typeface="Nunito"/>
            </a:endParaRPr>
          </a:p>
          <a:p>
            <a:pPr marL="139700" lvl="0" indent="0" algn="l" rtl="0">
              <a:lnSpc>
                <a:spcPct val="100000"/>
              </a:lnSpc>
              <a:spcBef>
                <a:spcPts val="0"/>
              </a:spcBef>
              <a:spcAft>
                <a:spcPts val="0"/>
              </a:spcAft>
              <a:buClr>
                <a:srgbClr val="000000"/>
              </a:buClr>
              <a:buSzPts val="1400"/>
              <a:buNone/>
            </a:pPr>
            <a:r>
              <a:rPr lang="en" sz="1400" b="1" dirty="0">
                <a:solidFill>
                  <a:srgbClr val="000000"/>
                </a:solidFill>
                <a:latin typeface="Nunito"/>
                <a:ea typeface="Nunito"/>
                <a:cs typeface="Nunito"/>
                <a:sym typeface="Nunito"/>
              </a:rPr>
              <a:t>D) Numbers and operators: </a:t>
            </a:r>
            <a:r>
              <a:rPr lang="en-ZA" sz="1400" b="1" u="sng" dirty="0">
                <a:solidFill>
                  <a:srgbClr val="A64D79"/>
                </a:solidFill>
                <a:latin typeface="Nunito"/>
                <a:ea typeface="Nunito"/>
                <a:cs typeface="Nunito"/>
                <a:sym typeface="Nunito"/>
              </a:rPr>
              <a:t>B-42 &amp; L-15</a:t>
            </a:r>
            <a:endParaRPr sz="1400" b="1" u="sng" dirty="0">
              <a:solidFill>
                <a:srgbClr val="A64D79"/>
              </a:solidFill>
              <a:latin typeface="Nunito"/>
              <a:ea typeface="Nunito"/>
              <a:cs typeface="Nunito"/>
              <a:sym typeface="Nunito"/>
            </a:endParaRPr>
          </a:p>
          <a:p>
            <a:pPr marL="139700" lvl="0" indent="0" algn="l" rtl="0">
              <a:lnSpc>
                <a:spcPct val="100000"/>
              </a:lnSpc>
              <a:spcBef>
                <a:spcPts val="0"/>
              </a:spcBef>
              <a:spcAft>
                <a:spcPts val="0"/>
              </a:spcAft>
              <a:buClr>
                <a:srgbClr val="000000"/>
              </a:buClr>
              <a:buSzPts val="1400"/>
              <a:buNone/>
            </a:pPr>
            <a:br>
              <a:rPr lang="en" sz="1400" b="1" dirty="0">
                <a:solidFill>
                  <a:srgbClr val="000000"/>
                </a:solidFill>
                <a:latin typeface="Nunito"/>
                <a:ea typeface="Nunito"/>
                <a:cs typeface="Nunito"/>
                <a:sym typeface="Nunito"/>
              </a:rPr>
            </a:br>
            <a:br>
              <a:rPr lang="en" sz="1400" b="1" dirty="0">
                <a:solidFill>
                  <a:srgbClr val="000000"/>
                </a:solidFill>
                <a:latin typeface="Nunito"/>
                <a:ea typeface="Nunito"/>
                <a:cs typeface="Nunito"/>
                <a:sym typeface="Nunito"/>
              </a:rPr>
            </a:br>
            <a:br>
              <a:rPr lang="en" sz="1050" b="1" dirty="0">
                <a:solidFill>
                  <a:srgbClr val="000000"/>
                </a:solidFill>
                <a:latin typeface="Nunito"/>
                <a:ea typeface="Nunito"/>
                <a:cs typeface="Nunito"/>
                <a:sym typeface="Nunito"/>
              </a:rPr>
            </a:br>
            <a:r>
              <a:rPr lang="en" sz="1400" b="1" dirty="0">
                <a:solidFill>
                  <a:srgbClr val="000000"/>
                </a:solidFill>
                <a:latin typeface="Nunito"/>
                <a:ea typeface="Nunito"/>
                <a:cs typeface="Nunito"/>
                <a:sym typeface="Nunito"/>
              </a:rPr>
              <a:t>E) Post Incrementing: </a:t>
            </a:r>
            <a:r>
              <a:rPr lang="en-ZA" sz="1400" b="1" u="sng" dirty="0">
                <a:solidFill>
                  <a:srgbClr val="A64D79"/>
                </a:solidFill>
                <a:latin typeface="Nunito"/>
                <a:ea typeface="Nunito"/>
                <a:cs typeface="Nunito"/>
                <a:sym typeface="Nunito"/>
              </a:rPr>
              <a:t>B-48 &amp; L-21</a:t>
            </a:r>
            <a:endParaRPr sz="1400" b="1" u="sng" dirty="0">
              <a:solidFill>
                <a:srgbClr val="A64D79"/>
              </a:solidFill>
              <a:latin typeface="Nunito"/>
              <a:ea typeface="Nunito"/>
              <a:cs typeface="Nunito"/>
              <a:sym typeface="Nunito"/>
            </a:endParaRPr>
          </a:p>
        </p:txBody>
      </p:sp>
      <p:sp>
        <p:nvSpPr>
          <p:cNvPr id="131" name="Google Shape;131;p20"/>
          <p:cNvSpPr txBox="1">
            <a:spLocks noGrp="1"/>
          </p:cNvSpPr>
          <p:nvPr>
            <p:ph type="title" idx="4294967295"/>
          </p:nvPr>
        </p:nvSpPr>
        <p:spPr>
          <a:xfrm>
            <a:off x="4699500" y="0"/>
            <a:ext cx="4444500" cy="51435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3000"/>
              <a:buNone/>
            </a:pPr>
            <a:r>
              <a:rPr lang="en" sz="2000" b="1" u="sng" dirty="0">
                <a:solidFill>
                  <a:srgbClr val="A64D79"/>
                </a:solidFill>
                <a:latin typeface="Nunito"/>
                <a:ea typeface="Nunito"/>
                <a:cs typeface="Nunito"/>
                <a:sym typeface="Nunito"/>
              </a:rPr>
              <a:t>EXAMPLES:</a:t>
            </a:r>
            <a:r>
              <a:rPr lang="en" sz="2000" b="1" u="sng" dirty="0">
                <a:solidFill>
                  <a:srgbClr val="4A86E8"/>
                </a:solidFill>
                <a:latin typeface="Nunito"/>
                <a:ea typeface="Nunito"/>
                <a:cs typeface="Nunito"/>
                <a:sym typeface="Nunito"/>
              </a:rPr>
              <a:t> </a:t>
            </a:r>
            <a:br>
              <a:rPr lang="en" sz="1400" b="1" dirty="0">
                <a:solidFill>
                  <a:srgbClr val="000000"/>
                </a:solidFill>
                <a:latin typeface="Nunito"/>
                <a:ea typeface="Nunito"/>
                <a:cs typeface="Nunito"/>
                <a:sym typeface="Nunito"/>
              </a:rPr>
            </a:br>
            <a:r>
              <a:rPr lang="en" sz="1400" b="1" dirty="0">
                <a:solidFill>
                  <a:srgbClr val="000000"/>
                </a:solidFill>
                <a:latin typeface="Nunito"/>
                <a:ea typeface="Nunito"/>
                <a:cs typeface="Nunito"/>
                <a:sym typeface="Nunito"/>
              </a:rPr>
              <a:t>F) Pre Decrementing:</a:t>
            </a:r>
            <a:br>
              <a:rPr lang="en" sz="1400" b="1" dirty="0">
                <a:solidFill>
                  <a:srgbClr val="000000"/>
                </a:solidFill>
                <a:latin typeface="Nunito"/>
                <a:ea typeface="Nunito"/>
                <a:cs typeface="Nunito"/>
                <a:sym typeface="Nunito"/>
              </a:rPr>
            </a:br>
            <a:br>
              <a:rPr lang="en" sz="1400" b="1" dirty="0">
                <a:solidFill>
                  <a:srgbClr val="000000"/>
                </a:solidFill>
                <a:latin typeface="Nunito"/>
                <a:ea typeface="Nunito"/>
                <a:cs typeface="Nunito"/>
                <a:sym typeface="Nunito"/>
              </a:rPr>
            </a:br>
            <a:br>
              <a:rPr lang="en" sz="1400" b="1" dirty="0">
                <a:solidFill>
                  <a:srgbClr val="000000"/>
                </a:solidFill>
                <a:latin typeface="Nunito"/>
                <a:ea typeface="Nunito"/>
                <a:cs typeface="Nunito"/>
                <a:sym typeface="Nunito"/>
              </a:rPr>
            </a:br>
            <a:br>
              <a:rPr lang="en" sz="2000" b="1" dirty="0">
                <a:solidFill>
                  <a:srgbClr val="000000"/>
                </a:solidFill>
                <a:latin typeface="Nunito"/>
                <a:ea typeface="Nunito"/>
                <a:cs typeface="Nunito"/>
                <a:sym typeface="Nunito"/>
              </a:rPr>
            </a:br>
            <a:r>
              <a:rPr lang="en" sz="1400" b="1" dirty="0">
                <a:solidFill>
                  <a:srgbClr val="000000"/>
                </a:solidFill>
                <a:latin typeface="Nunito"/>
                <a:ea typeface="Nunito"/>
                <a:cs typeface="Nunito"/>
                <a:sym typeface="Nunito"/>
              </a:rPr>
              <a:t>G) Boolean AND Operator:  </a:t>
            </a:r>
            <a:r>
              <a:rPr lang="en-ZA" sz="1400" b="1" u="sng" dirty="0">
                <a:solidFill>
                  <a:srgbClr val="A64D79"/>
                </a:solidFill>
                <a:latin typeface="Nunito"/>
                <a:ea typeface="Nunito"/>
                <a:cs typeface="Nunito"/>
                <a:sym typeface="Nunito"/>
              </a:rPr>
              <a:t>B-58 &amp; L-31</a:t>
            </a:r>
            <a:endParaRPr sz="1400" b="1" u="sng" dirty="0">
              <a:solidFill>
                <a:srgbClr val="A64D79"/>
              </a:solidFill>
              <a:latin typeface="Nunito"/>
              <a:ea typeface="Nunito"/>
              <a:cs typeface="Nunito"/>
              <a:sym typeface="Nunito"/>
            </a:endParaRPr>
          </a:p>
          <a:p>
            <a:pPr marL="0" lvl="0" indent="0" algn="l" rtl="0">
              <a:lnSpc>
                <a:spcPct val="100000"/>
              </a:lnSpc>
              <a:spcBef>
                <a:spcPts val="0"/>
              </a:spcBef>
              <a:spcAft>
                <a:spcPts val="0"/>
              </a:spcAft>
              <a:buSzPts val="3000"/>
              <a:buNone/>
            </a:pPr>
            <a:br>
              <a:rPr lang="en" sz="1400" b="1" dirty="0">
                <a:solidFill>
                  <a:srgbClr val="000000"/>
                </a:solidFill>
                <a:latin typeface="Nunito"/>
                <a:ea typeface="Nunito"/>
                <a:cs typeface="Nunito"/>
                <a:sym typeface="Nunito"/>
              </a:rPr>
            </a:br>
            <a:br>
              <a:rPr lang="en" sz="1400" b="1" dirty="0">
                <a:solidFill>
                  <a:srgbClr val="000000"/>
                </a:solidFill>
                <a:latin typeface="Nunito"/>
                <a:ea typeface="Nunito"/>
                <a:cs typeface="Nunito"/>
                <a:sym typeface="Nunito"/>
              </a:rPr>
            </a:br>
            <a:br>
              <a:rPr lang="en" sz="1400" b="1" dirty="0">
                <a:solidFill>
                  <a:srgbClr val="000000"/>
                </a:solidFill>
                <a:latin typeface="Nunito"/>
                <a:ea typeface="Nunito"/>
                <a:cs typeface="Nunito"/>
                <a:sym typeface="Nunito"/>
              </a:rPr>
            </a:br>
            <a:br>
              <a:rPr lang="en" sz="1400" b="1" dirty="0">
                <a:solidFill>
                  <a:srgbClr val="000000"/>
                </a:solidFill>
                <a:latin typeface="Nunito"/>
                <a:ea typeface="Nunito"/>
                <a:cs typeface="Nunito"/>
                <a:sym typeface="Nunito"/>
              </a:rPr>
            </a:br>
            <a:br>
              <a:rPr lang="en" sz="1400" b="1" dirty="0">
                <a:solidFill>
                  <a:srgbClr val="000000"/>
                </a:solidFill>
                <a:latin typeface="Nunito"/>
                <a:ea typeface="Nunito"/>
                <a:cs typeface="Nunito"/>
                <a:sym typeface="Nunito"/>
              </a:rPr>
            </a:br>
            <a:r>
              <a:rPr lang="en" sz="1400" b="1" dirty="0">
                <a:solidFill>
                  <a:srgbClr val="000000"/>
                </a:solidFill>
                <a:latin typeface="Nunito"/>
                <a:ea typeface="Nunito"/>
                <a:cs typeface="Nunito"/>
                <a:sym typeface="Nunito"/>
              </a:rPr>
              <a:t>OR Operator:</a:t>
            </a:r>
            <a:br>
              <a:rPr lang="en-ZA" sz="1500" b="1" dirty="0">
                <a:solidFill>
                  <a:srgbClr val="4A86E8"/>
                </a:solidFill>
                <a:latin typeface="Nunito"/>
                <a:ea typeface="Nunito"/>
                <a:cs typeface="Nunito"/>
                <a:sym typeface="Nunito"/>
              </a:rPr>
            </a:br>
            <a:br>
              <a:rPr lang="en-ZA" sz="1500" b="1" dirty="0">
                <a:solidFill>
                  <a:srgbClr val="4A86E8"/>
                </a:solidFill>
                <a:latin typeface="Nunito"/>
                <a:ea typeface="Nunito"/>
                <a:cs typeface="Nunito"/>
                <a:sym typeface="Nunito"/>
              </a:rPr>
            </a:br>
            <a:br>
              <a:rPr lang="en-ZA" sz="1500" b="1" dirty="0">
                <a:solidFill>
                  <a:srgbClr val="4A86E8"/>
                </a:solidFill>
                <a:latin typeface="Nunito"/>
                <a:ea typeface="Nunito"/>
                <a:cs typeface="Nunito"/>
                <a:sym typeface="Nunito"/>
              </a:rPr>
            </a:br>
            <a:endParaRPr lang="en-ZA" sz="1000" b="1" dirty="0">
              <a:solidFill>
                <a:srgbClr val="FF0000"/>
              </a:solidFill>
              <a:latin typeface="Nunito"/>
              <a:ea typeface="Nunito"/>
              <a:cs typeface="Nunito"/>
              <a:sym typeface="Nunito"/>
            </a:endParaRPr>
          </a:p>
          <a:p>
            <a:pPr marL="0" lvl="0" indent="0" algn="l" rtl="0">
              <a:lnSpc>
                <a:spcPct val="100000"/>
              </a:lnSpc>
              <a:spcBef>
                <a:spcPts val="0"/>
              </a:spcBef>
              <a:spcAft>
                <a:spcPts val="0"/>
              </a:spcAft>
              <a:buSzPts val="3000"/>
              <a:buNone/>
            </a:pPr>
            <a:br>
              <a:rPr lang="en" sz="2400" b="1" dirty="0">
                <a:solidFill>
                  <a:srgbClr val="000000"/>
                </a:solidFill>
                <a:latin typeface="Nunito"/>
                <a:ea typeface="Nunito"/>
                <a:cs typeface="Nunito"/>
                <a:sym typeface="Nunito"/>
              </a:rPr>
            </a:br>
            <a:r>
              <a:rPr lang="en" sz="1400" b="1" dirty="0">
                <a:solidFill>
                  <a:srgbClr val="000000"/>
                </a:solidFill>
                <a:latin typeface="Nunito"/>
                <a:ea typeface="Nunito"/>
                <a:cs typeface="Nunito"/>
                <a:sym typeface="Nunito"/>
              </a:rPr>
              <a:t>H) Numbers with Boolean:  </a:t>
            </a:r>
            <a:r>
              <a:rPr lang="en-ZA" sz="1400" b="1" u="sng" dirty="0">
                <a:solidFill>
                  <a:srgbClr val="A64D79"/>
                </a:solidFill>
                <a:latin typeface="Nunito"/>
                <a:ea typeface="Nunito"/>
                <a:cs typeface="Nunito"/>
                <a:sym typeface="Nunito"/>
              </a:rPr>
              <a:t>B-60 &amp; L-33</a:t>
            </a:r>
            <a:endParaRPr sz="1400" b="1" u="sng" dirty="0">
              <a:solidFill>
                <a:srgbClr val="A64D79"/>
              </a:solidFill>
              <a:latin typeface="Nunito"/>
              <a:ea typeface="Nunito"/>
              <a:cs typeface="Nunito"/>
              <a:sym typeface="Nunito"/>
            </a:endParaRPr>
          </a:p>
        </p:txBody>
      </p:sp>
      <p:pic>
        <p:nvPicPr>
          <p:cNvPr id="132" name="Google Shape;132;p20"/>
          <p:cNvPicPr preferRelativeResize="0"/>
          <p:nvPr/>
        </p:nvPicPr>
        <p:blipFill rotWithShape="1">
          <a:blip r:embed="rId3">
            <a:alphaModFix/>
          </a:blip>
          <a:srcRect/>
          <a:stretch/>
        </p:blipFill>
        <p:spPr>
          <a:xfrm>
            <a:off x="448094" y="692724"/>
            <a:ext cx="2473680" cy="683606"/>
          </a:xfrm>
          <a:prstGeom prst="rect">
            <a:avLst/>
          </a:prstGeom>
          <a:noFill/>
          <a:ln>
            <a:noFill/>
          </a:ln>
        </p:spPr>
      </p:pic>
      <p:pic>
        <p:nvPicPr>
          <p:cNvPr id="133" name="Google Shape;133;p20"/>
          <p:cNvPicPr preferRelativeResize="0"/>
          <p:nvPr/>
        </p:nvPicPr>
        <p:blipFill rotWithShape="1">
          <a:blip r:embed="rId4">
            <a:alphaModFix/>
          </a:blip>
          <a:srcRect/>
          <a:stretch/>
        </p:blipFill>
        <p:spPr>
          <a:xfrm>
            <a:off x="505579" y="1704418"/>
            <a:ext cx="2070675" cy="670926"/>
          </a:xfrm>
          <a:prstGeom prst="rect">
            <a:avLst/>
          </a:prstGeom>
          <a:noFill/>
          <a:ln>
            <a:noFill/>
          </a:ln>
        </p:spPr>
      </p:pic>
      <p:pic>
        <p:nvPicPr>
          <p:cNvPr id="134" name="Google Shape;134;p20"/>
          <p:cNvPicPr preferRelativeResize="0"/>
          <p:nvPr/>
        </p:nvPicPr>
        <p:blipFill rotWithShape="1">
          <a:blip r:embed="rId5">
            <a:alphaModFix/>
          </a:blip>
          <a:srcRect/>
          <a:stretch/>
        </p:blipFill>
        <p:spPr>
          <a:xfrm>
            <a:off x="448094" y="2588989"/>
            <a:ext cx="2358724" cy="670926"/>
          </a:xfrm>
          <a:prstGeom prst="rect">
            <a:avLst/>
          </a:prstGeom>
          <a:noFill/>
          <a:ln>
            <a:noFill/>
          </a:ln>
        </p:spPr>
      </p:pic>
      <p:pic>
        <p:nvPicPr>
          <p:cNvPr id="135" name="Google Shape;135;p20"/>
          <p:cNvPicPr preferRelativeResize="0"/>
          <p:nvPr/>
        </p:nvPicPr>
        <p:blipFill rotWithShape="1">
          <a:blip r:embed="rId6">
            <a:alphaModFix/>
          </a:blip>
          <a:srcRect/>
          <a:stretch/>
        </p:blipFill>
        <p:spPr>
          <a:xfrm>
            <a:off x="478730" y="3592857"/>
            <a:ext cx="2124371" cy="504895"/>
          </a:xfrm>
          <a:prstGeom prst="rect">
            <a:avLst/>
          </a:prstGeom>
          <a:noFill/>
          <a:ln>
            <a:noFill/>
          </a:ln>
        </p:spPr>
      </p:pic>
      <p:pic>
        <p:nvPicPr>
          <p:cNvPr id="136" name="Google Shape;136;p20"/>
          <p:cNvPicPr preferRelativeResize="0"/>
          <p:nvPr/>
        </p:nvPicPr>
        <p:blipFill rotWithShape="1">
          <a:blip r:embed="rId7">
            <a:alphaModFix/>
          </a:blip>
          <a:srcRect/>
          <a:stretch/>
        </p:blipFill>
        <p:spPr>
          <a:xfrm>
            <a:off x="448094" y="4430694"/>
            <a:ext cx="2114845" cy="590632"/>
          </a:xfrm>
          <a:prstGeom prst="rect">
            <a:avLst/>
          </a:prstGeom>
          <a:noFill/>
          <a:ln>
            <a:noFill/>
          </a:ln>
        </p:spPr>
      </p:pic>
      <p:pic>
        <p:nvPicPr>
          <p:cNvPr id="137" name="Google Shape;137;p20"/>
          <p:cNvPicPr preferRelativeResize="0"/>
          <p:nvPr/>
        </p:nvPicPr>
        <p:blipFill rotWithShape="1">
          <a:blip r:embed="rId8">
            <a:alphaModFix/>
          </a:blip>
          <a:srcRect/>
          <a:stretch/>
        </p:blipFill>
        <p:spPr>
          <a:xfrm>
            <a:off x="4989669" y="623987"/>
            <a:ext cx="1924319" cy="695422"/>
          </a:xfrm>
          <a:prstGeom prst="rect">
            <a:avLst/>
          </a:prstGeom>
          <a:noFill/>
          <a:ln>
            <a:noFill/>
          </a:ln>
        </p:spPr>
      </p:pic>
      <p:pic>
        <p:nvPicPr>
          <p:cNvPr id="138" name="Google Shape;138;p20"/>
          <p:cNvPicPr preferRelativeResize="0"/>
          <p:nvPr/>
        </p:nvPicPr>
        <p:blipFill rotWithShape="1">
          <a:blip r:embed="rId9">
            <a:alphaModFix/>
          </a:blip>
          <a:srcRect/>
          <a:stretch/>
        </p:blipFill>
        <p:spPr>
          <a:xfrm>
            <a:off x="4942031" y="1607500"/>
            <a:ext cx="2219635" cy="800212"/>
          </a:xfrm>
          <a:prstGeom prst="rect">
            <a:avLst/>
          </a:prstGeom>
          <a:noFill/>
          <a:ln>
            <a:noFill/>
          </a:ln>
        </p:spPr>
      </p:pic>
      <p:pic>
        <p:nvPicPr>
          <p:cNvPr id="139" name="Google Shape;139;p20"/>
          <p:cNvPicPr preferRelativeResize="0"/>
          <p:nvPr/>
        </p:nvPicPr>
        <p:blipFill rotWithShape="1">
          <a:blip r:embed="rId10">
            <a:alphaModFix/>
          </a:blip>
          <a:srcRect/>
          <a:stretch/>
        </p:blipFill>
        <p:spPr>
          <a:xfrm>
            <a:off x="4942031" y="2854275"/>
            <a:ext cx="2019582" cy="819264"/>
          </a:xfrm>
          <a:prstGeom prst="rect">
            <a:avLst/>
          </a:prstGeom>
          <a:noFill/>
          <a:ln>
            <a:noFill/>
          </a:ln>
        </p:spPr>
      </p:pic>
      <p:pic>
        <p:nvPicPr>
          <p:cNvPr id="140" name="Google Shape;140;p20"/>
          <p:cNvPicPr preferRelativeResize="0"/>
          <p:nvPr/>
        </p:nvPicPr>
        <p:blipFill rotWithShape="1">
          <a:blip r:embed="rId11">
            <a:alphaModFix/>
          </a:blip>
          <a:srcRect/>
          <a:stretch/>
        </p:blipFill>
        <p:spPr>
          <a:xfrm>
            <a:off x="4942031" y="4123595"/>
            <a:ext cx="2391109" cy="828791"/>
          </a:xfrm>
          <a:prstGeom prst="rect">
            <a:avLst/>
          </a:prstGeom>
          <a:noFill/>
          <a:ln>
            <a:noFill/>
          </a:ln>
        </p:spPr>
      </p:pic>
      <p:sp>
        <p:nvSpPr>
          <p:cNvPr id="141" name="Google Shape;141;p20"/>
          <p:cNvSpPr txBox="1">
            <a:spLocks noGrp="1"/>
          </p:cNvSpPr>
          <p:nvPr>
            <p:ph type="title" idx="4294967295"/>
          </p:nvPr>
        </p:nvSpPr>
        <p:spPr>
          <a:xfrm>
            <a:off x="0" y="0"/>
            <a:ext cx="9144000" cy="5143500"/>
          </a:xfrm>
          <a:prstGeom prst="rect">
            <a:avLst/>
          </a:prstGeom>
          <a:noFill/>
          <a:ln w="38100" cap="flat" cmpd="sng">
            <a:solidFill>
              <a:schemeClr val="accent6"/>
            </a:solidFill>
            <a:prstDash val="solid"/>
            <a:round/>
            <a:headEnd type="none" w="sm" len="sm"/>
            <a:tailEnd type="none" w="sm" len="sm"/>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3000"/>
              <a:buNone/>
            </a:pPr>
            <a:r>
              <a:rPr lang="en" sz="2000" b="1" u="sng" dirty="0">
                <a:solidFill>
                  <a:srgbClr val="A64D79"/>
                </a:solidFill>
                <a:latin typeface="Nunito"/>
                <a:ea typeface="Nunito"/>
                <a:cs typeface="Nunito"/>
                <a:sym typeface="Nunito"/>
              </a:rPr>
              <a:t>EXAMPLES:</a:t>
            </a:r>
            <a:endParaRPr sz="2000" b="1" u="sng" dirty="0">
              <a:solidFill>
                <a:srgbClr val="A64D79"/>
              </a:solidFill>
              <a:latin typeface="Nunito"/>
              <a:ea typeface="Nunito"/>
              <a:cs typeface="Nunito"/>
              <a:sym typeface="Nunit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1"/>
          <p:cNvSpPr txBox="1">
            <a:spLocks noGrp="1"/>
          </p:cNvSpPr>
          <p:nvPr>
            <p:ph type="title" idx="4294967295"/>
          </p:nvPr>
        </p:nvSpPr>
        <p:spPr>
          <a:xfrm>
            <a:off x="0" y="0"/>
            <a:ext cx="9144000" cy="5143500"/>
          </a:xfrm>
          <a:prstGeom prst="rect">
            <a:avLst/>
          </a:prstGeom>
          <a:noFill/>
          <a:ln w="38100" cap="flat" cmpd="sng">
            <a:solidFill>
              <a:schemeClr val="accent6"/>
            </a:solidFill>
            <a:prstDash val="solid"/>
            <a:round/>
            <a:headEnd type="none" w="sm" len="sm"/>
            <a:tailEnd type="none" w="sm" len="sm"/>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3000"/>
              <a:buNone/>
            </a:pPr>
            <a:r>
              <a:rPr lang="en" sz="2400" b="1" u="sng" dirty="0">
                <a:solidFill>
                  <a:srgbClr val="A64D79"/>
                </a:solidFill>
                <a:latin typeface="Nunito"/>
                <a:ea typeface="Nunito"/>
                <a:cs typeface="Nunito"/>
                <a:sym typeface="Nunito"/>
              </a:rPr>
              <a:t>Examples:</a:t>
            </a:r>
            <a:endParaRPr sz="2400" b="1" u="sng" dirty="0">
              <a:solidFill>
                <a:srgbClr val="A64D79"/>
              </a:solidFill>
              <a:latin typeface="Nunito"/>
              <a:ea typeface="Nunito"/>
              <a:cs typeface="Nunito"/>
              <a:sym typeface="Nunito"/>
            </a:endParaRPr>
          </a:p>
          <a:p>
            <a:pPr marL="457200" lvl="0" indent="-317500">
              <a:buClr>
                <a:srgbClr val="000000"/>
              </a:buClr>
              <a:buSzPts val="1400"/>
              <a:buFont typeface="Nunito"/>
              <a:buAutoNum type="alphaUcParenR"/>
            </a:pPr>
            <a:r>
              <a:rPr lang="en" sz="1400" b="1" dirty="0">
                <a:solidFill>
                  <a:srgbClr val="000000"/>
                </a:solidFill>
                <a:latin typeface="Nunito"/>
                <a:ea typeface="Nunito"/>
                <a:cs typeface="Nunito"/>
                <a:sym typeface="Nunito"/>
              </a:rPr>
              <a:t>Changing string to </a:t>
            </a:r>
            <a:r>
              <a:rPr lang="en" sz="1400" b="1" dirty="0">
                <a:solidFill>
                  <a:srgbClr val="A64D79"/>
                </a:solidFill>
                <a:latin typeface="Nunito"/>
                <a:ea typeface="Nunito"/>
                <a:cs typeface="Nunito"/>
                <a:sym typeface="Nunito"/>
              </a:rPr>
              <a:t>lower </a:t>
            </a:r>
            <a:r>
              <a:rPr lang="en" sz="1400" b="1" dirty="0">
                <a:solidFill>
                  <a:srgbClr val="000000"/>
                </a:solidFill>
                <a:latin typeface="Nunito"/>
                <a:ea typeface="Nunito"/>
                <a:cs typeface="Nunito"/>
                <a:sym typeface="Nunito"/>
              </a:rPr>
              <a:t>or </a:t>
            </a:r>
            <a:r>
              <a:rPr lang="en" sz="1400" b="1" dirty="0">
                <a:solidFill>
                  <a:srgbClr val="A64D79"/>
                </a:solidFill>
                <a:latin typeface="Nunito"/>
                <a:ea typeface="Nunito"/>
                <a:cs typeface="Nunito"/>
                <a:sym typeface="Nunito"/>
              </a:rPr>
              <a:t>upper </a:t>
            </a:r>
            <a:r>
              <a:rPr lang="en" sz="1400" b="1" dirty="0">
                <a:solidFill>
                  <a:srgbClr val="000000"/>
                </a:solidFill>
                <a:latin typeface="Nunito"/>
                <a:ea typeface="Nunito"/>
                <a:cs typeface="Nunito"/>
                <a:sym typeface="Nunito"/>
              </a:rPr>
              <a:t>case:          </a:t>
            </a:r>
            <a:r>
              <a:rPr lang="en-ZA" sz="1400" b="1" u="sng" dirty="0">
                <a:solidFill>
                  <a:srgbClr val="A64D79"/>
                </a:solidFill>
                <a:latin typeface="Nunito"/>
                <a:ea typeface="Nunito"/>
                <a:cs typeface="Nunito"/>
                <a:sym typeface="Nunito"/>
              </a:rPr>
              <a:t>B-55 &amp; L-28</a:t>
            </a:r>
            <a:endParaRPr sz="1400" b="1" dirty="0">
              <a:solidFill>
                <a:srgbClr val="000000"/>
              </a:solidFill>
              <a:latin typeface="Nunito"/>
              <a:ea typeface="Nunito"/>
              <a:cs typeface="Nunito"/>
              <a:sym typeface="Nunito"/>
            </a:endParaRPr>
          </a:p>
          <a:p>
            <a:pPr marL="0" lvl="0" indent="0" algn="l" rtl="0">
              <a:lnSpc>
                <a:spcPct val="100000"/>
              </a:lnSpc>
              <a:spcBef>
                <a:spcPts val="0"/>
              </a:spcBef>
              <a:spcAft>
                <a:spcPts val="0"/>
              </a:spcAft>
              <a:buSzPts val="3000"/>
              <a:buNone/>
            </a:pPr>
            <a:endParaRPr sz="100" dirty="0">
              <a:solidFill>
                <a:srgbClr val="AF7B51"/>
              </a:solidFill>
              <a:latin typeface="Nunito"/>
              <a:ea typeface="Nunito"/>
              <a:cs typeface="Nunito"/>
              <a:sym typeface="Nunito"/>
            </a:endParaRPr>
          </a:p>
          <a:p>
            <a:pPr marL="0" lvl="0" indent="0" algn="l" rtl="0">
              <a:lnSpc>
                <a:spcPct val="100000"/>
              </a:lnSpc>
              <a:spcBef>
                <a:spcPts val="0"/>
              </a:spcBef>
              <a:spcAft>
                <a:spcPts val="0"/>
              </a:spcAft>
              <a:buSzPts val="3000"/>
              <a:buNone/>
            </a:pPr>
            <a:r>
              <a:rPr lang="en" sz="1400" b="1" dirty="0">
                <a:solidFill>
                  <a:srgbClr val="000000"/>
                </a:solidFill>
                <a:latin typeface="Nunito"/>
                <a:ea typeface="Nunito"/>
                <a:cs typeface="Nunito"/>
                <a:sym typeface="Nunito"/>
              </a:rPr>
              <a:t>"Hello there, how are you doing?"</a:t>
            </a:r>
            <a:r>
              <a:rPr lang="en" sz="1400" b="1" dirty="0">
                <a:solidFill>
                  <a:srgbClr val="4A86E8"/>
                </a:solidFill>
                <a:latin typeface="Nunito"/>
                <a:ea typeface="Nunito"/>
                <a:cs typeface="Nunito"/>
                <a:sym typeface="Nunito"/>
              </a:rPr>
              <a:t>.toUpperCase();          </a:t>
            </a:r>
            <a:r>
              <a:rPr lang="en" sz="1400" b="1" dirty="0">
                <a:solidFill>
                  <a:srgbClr val="FF0000"/>
                </a:solidFill>
                <a:latin typeface="Nunito"/>
                <a:ea typeface="Nunito"/>
                <a:cs typeface="Nunito"/>
                <a:sym typeface="Nunito"/>
              </a:rPr>
              <a:t>//"HELLO THERE, HOW ARE YOU DOING?"</a:t>
            </a:r>
            <a:endParaRPr sz="1400" b="1" dirty="0">
              <a:solidFill>
                <a:srgbClr val="FF0000"/>
              </a:solidFill>
              <a:latin typeface="Nunito"/>
              <a:ea typeface="Nunito"/>
              <a:cs typeface="Nunito"/>
              <a:sym typeface="Nunito"/>
            </a:endParaRPr>
          </a:p>
          <a:p>
            <a:pPr marL="0" lvl="0" indent="0" algn="l" rtl="0">
              <a:lnSpc>
                <a:spcPct val="100000"/>
              </a:lnSpc>
              <a:spcBef>
                <a:spcPts val="0"/>
              </a:spcBef>
              <a:spcAft>
                <a:spcPts val="0"/>
              </a:spcAft>
              <a:buSzPts val="3000"/>
              <a:buNone/>
            </a:pPr>
            <a:endParaRPr sz="922" b="1" dirty="0">
              <a:solidFill>
                <a:srgbClr val="000000"/>
              </a:solidFill>
              <a:latin typeface="Nunito"/>
              <a:ea typeface="Nunito"/>
              <a:cs typeface="Nunito"/>
              <a:sym typeface="Nunito"/>
            </a:endParaRPr>
          </a:p>
          <a:p>
            <a:pPr marL="0" lvl="0" indent="0" algn="l" rtl="0">
              <a:lnSpc>
                <a:spcPct val="100000"/>
              </a:lnSpc>
              <a:spcBef>
                <a:spcPts val="0"/>
              </a:spcBef>
              <a:spcAft>
                <a:spcPts val="0"/>
              </a:spcAft>
              <a:buSzPts val="3000"/>
              <a:buNone/>
            </a:pPr>
            <a:r>
              <a:rPr lang="en" sz="1400" b="1" dirty="0">
                <a:solidFill>
                  <a:srgbClr val="000000"/>
                </a:solidFill>
                <a:latin typeface="Nunito"/>
                <a:ea typeface="Nunito"/>
                <a:cs typeface="Nunito"/>
                <a:sym typeface="Nunito"/>
              </a:rPr>
              <a:t>"hELlo THERE, hOW ARE yOu doINg?"</a:t>
            </a:r>
            <a:r>
              <a:rPr lang="en" sz="1400" b="1" dirty="0">
                <a:solidFill>
                  <a:srgbClr val="4A86E8"/>
                </a:solidFill>
                <a:latin typeface="Nunito"/>
                <a:ea typeface="Nunito"/>
                <a:cs typeface="Nunito"/>
                <a:sym typeface="Nunito"/>
              </a:rPr>
              <a:t>.toLowerCase();  </a:t>
            </a:r>
            <a:r>
              <a:rPr lang="en" sz="1400" b="1" dirty="0">
                <a:solidFill>
                  <a:srgbClr val="FF0000"/>
                </a:solidFill>
                <a:latin typeface="Nunito"/>
                <a:ea typeface="Nunito"/>
                <a:cs typeface="Nunito"/>
                <a:sym typeface="Nunito"/>
              </a:rPr>
              <a:t>//"hello there, how are you doing?"</a:t>
            </a:r>
            <a:endParaRPr sz="1500" b="1" dirty="0">
              <a:solidFill>
                <a:srgbClr val="FF0000"/>
              </a:solidFill>
              <a:latin typeface="Nunito"/>
              <a:ea typeface="Nunito"/>
              <a:cs typeface="Nunito"/>
              <a:sym typeface="Nunito"/>
            </a:endParaRPr>
          </a:p>
          <a:p>
            <a:pPr marL="0" lvl="0" indent="0" algn="l" rtl="0">
              <a:lnSpc>
                <a:spcPct val="100000"/>
              </a:lnSpc>
              <a:spcBef>
                <a:spcPts val="0"/>
              </a:spcBef>
              <a:spcAft>
                <a:spcPts val="0"/>
              </a:spcAft>
              <a:buClr>
                <a:schemeClr val="dk2"/>
              </a:buClr>
              <a:buSzPts val="1100"/>
              <a:buFont typeface="Arial"/>
              <a:buNone/>
            </a:pPr>
            <a:endParaRPr sz="1600" dirty="0">
              <a:solidFill>
                <a:srgbClr val="FF0000"/>
              </a:solidFill>
              <a:latin typeface="Nunito"/>
              <a:ea typeface="Nunito"/>
              <a:cs typeface="Nunito"/>
              <a:sym typeface="Nunito"/>
            </a:endParaRPr>
          </a:p>
          <a:p>
            <a:pPr marL="457200" lvl="0" indent="-330200" algn="l" rtl="0">
              <a:lnSpc>
                <a:spcPct val="100000"/>
              </a:lnSpc>
              <a:spcBef>
                <a:spcPts val="0"/>
              </a:spcBef>
              <a:spcAft>
                <a:spcPts val="0"/>
              </a:spcAft>
              <a:buClr>
                <a:srgbClr val="000000"/>
              </a:buClr>
              <a:buSzPts val="1600"/>
              <a:buFont typeface="Nunito"/>
              <a:buAutoNum type="alphaUcParenR"/>
            </a:pPr>
            <a:r>
              <a:rPr lang="en" sz="1600" b="1" dirty="0">
                <a:solidFill>
                  <a:srgbClr val="000000"/>
                </a:solidFill>
                <a:latin typeface="Nunito"/>
                <a:ea typeface="Nunito"/>
                <a:cs typeface="Nunito"/>
                <a:sym typeface="Nunito"/>
              </a:rPr>
              <a:t>Assigning, Equal to And Double equals:</a:t>
            </a:r>
            <a:endParaRPr sz="1600" b="1" dirty="0">
              <a:solidFill>
                <a:srgbClr val="000000"/>
              </a:solidFill>
              <a:latin typeface="Nunito"/>
              <a:ea typeface="Nunito"/>
              <a:cs typeface="Nunito"/>
              <a:sym typeface="Nunito"/>
            </a:endParaRPr>
          </a:p>
          <a:p>
            <a:pPr marL="457200" lvl="0" indent="-330200" algn="l" rtl="0">
              <a:lnSpc>
                <a:spcPct val="100000"/>
              </a:lnSpc>
              <a:spcBef>
                <a:spcPts val="0"/>
              </a:spcBef>
              <a:spcAft>
                <a:spcPts val="0"/>
              </a:spcAft>
              <a:buClr>
                <a:srgbClr val="000000"/>
              </a:buClr>
              <a:buSzPts val="1600"/>
              <a:buFont typeface="Nunito"/>
              <a:buChar char="●"/>
            </a:pPr>
            <a:r>
              <a:rPr lang="en" sz="1600" b="1" dirty="0">
                <a:solidFill>
                  <a:srgbClr val="000000"/>
                </a:solidFill>
                <a:latin typeface="Nunito"/>
                <a:ea typeface="Nunito"/>
                <a:cs typeface="Nunito"/>
                <a:sym typeface="Nunito"/>
              </a:rPr>
              <a:t>A single </a:t>
            </a:r>
            <a:r>
              <a:rPr lang="en" sz="1600" b="1" dirty="0">
                <a:solidFill>
                  <a:srgbClr val="A64D79"/>
                </a:solidFill>
                <a:latin typeface="Nunito"/>
                <a:ea typeface="Nunito"/>
                <a:cs typeface="Nunito"/>
                <a:sym typeface="Nunito"/>
              </a:rPr>
              <a:t>= </a:t>
            </a:r>
            <a:r>
              <a:rPr lang="en" sz="1600" b="1" dirty="0">
                <a:solidFill>
                  <a:srgbClr val="000000"/>
                </a:solidFill>
                <a:latin typeface="Nunito"/>
                <a:ea typeface="Nunito"/>
                <a:cs typeface="Nunito"/>
                <a:sym typeface="Nunito"/>
              </a:rPr>
              <a:t>sign is to assign a value to a variable</a:t>
            </a:r>
            <a:endParaRPr sz="1600" b="1" dirty="0">
              <a:solidFill>
                <a:srgbClr val="000000"/>
              </a:solidFill>
              <a:latin typeface="Nunito"/>
              <a:ea typeface="Nunito"/>
              <a:cs typeface="Nunito"/>
              <a:sym typeface="Nunito"/>
            </a:endParaRPr>
          </a:p>
          <a:p>
            <a:pPr marL="457200" lvl="0" indent="-330200" algn="l" rtl="0">
              <a:lnSpc>
                <a:spcPct val="100000"/>
              </a:lnSpc>
              <a:spcBef>
                <a:spcPts val="0"/>
              </a:spcBef>
              <a:spcAft>
                <a:spcPts val="0"/>
              </a:spcAft>
              <a:buClr>
                <a:srgbClr val="000000"/>
              </a:buClr>
              <a:buSzPts val="1600"/>
              <a:buFont typeface="Nunito"/>
              <a:buChar char="●"/>
            </a:pPr>
            <a:r>
              <a:rPr lang="en" sz="1600" b="1" dirty="0">
                <a:solidFill>
                  <a:srgbClr val="000000"/>
                </a:solidFill>
                <a:latin typeface="Nunito"/>
                <a:ea typeface="Nunito"/>
                <a:cs typeface="Nunito"/>
                <a:sym typeface="Nunito"/>
              </a:rPr>
              <a:t>A Double </a:t>
            </a:r>
            <a:r>
              <a:rPr lang="en" sz="1600" b="1" dirty="0">
                <a:solidFill>
                  <a:srgbClr val="A64D79"/>
                </a:solidFill>
                <a:latin typeface="Nunito"/>
                <a:ea typeface="Nunito"/>
                <a:cs typeface="Nunito"/>
                <a:sym typeface="Nunito"/>
              </a:rPr>
              <a:t>==</a:t>
            </a:r>
            <a:r>
              <a:rPr lang="en" sz="1600" b="1" dirty="0">
                <a:solidFill>
                  <a:srgbClr val="000000"/>
                </a:solidFill>
                <a:latin typeface="Nunito"/>
                <a:ea typeface="Nunito"/>
                <a:cs typeface="Nunito"/>
                <a:sym typeface="Nunito"/>
              </a:rPr>
              <a:t> sign is to converting a value from one data type to another</a:t>
            </a:r>
            <a:endParaRPr sz="1600" b="1" dirty="0">
              <a:solidFill>
                <a:srgbClr val="000000"/>
              </a:solidFill>
              <a:latin typeface="Nunito"/>
              <a:ea typeface="Nunito"/>
              <a:cs typeface="Nunito"/>
              <a:sym typeface="Nunito"/>
            </a:endParaRPr>
          </a:p>
          <a:p>
            <a:pPr marL="457200" lvl="0" indent="-330200" algn="l" rtl="0">
              <a:lnSpc>
                <a:spcPct val="100000"/>
              </a:lnSpc>
              <a:spcBef>
                <a:spcPts val="0"/>
              </a:spcBef>
              <a:spcAft>
                <a:spcPts val="0"/>
              </a:spcAft>
              <a:buClr>
                <a:srgbClr val="000000"/>
              </a:buClr>
              <a:buSzPts val="1600"/>
              <a:buFont typeface="Nunito"/>
              <a:buChar char="●"/>
            </a:pPr>
            <a:r>
              <a:rPr lang="en" sz="1600" b="1" dirty="0">
                <a:solidFill>
                  <a:srgbClr val="000000"/>
                </a:solidFill>
                <a:latin typeface="Nunito"/>
                <a:ea typeface="Nunito"/>
                <a:cs typeface="Nunito"/>
                <a:sym typeface="Nunito"/>
              </a:rPr>
              <a:t>The triple </a:t>
            </a:r>
            <a:r>
              <a:rPr lang="en" sz="1600" b="1" dirty="0">
                <a:solidFill>
                  <a:srgbClr val="A64D79"/>
                </a:solidFill>
                <a:latin typeface="Nunito"/>
                <a:ea typeface="Nunito"/>
                <a:cs typeface="Nunito"/>
                <a:sym typeface="Nunito"/>
              </a:rPr>
              <a:t>===</a:t>
            </a:r>
            <a:r>
              <a:rPr lang="en" sz="1600" b="1" dirty="0">
                <a:solidFill>
                  <a:srgbClr val="000000"/>
                </a:solidFill>
                <a:latin typeface="Nunito"/>
                <a:ea typeface="Nunito"/>
                <a:cs typeface="Nunito"/>
                <a:sym typeface="Nunito"/>
              </a:rPr>
              <a:t> sign means equal to</a:t>
            </a:r>
            <a:endParaRPr sz="1600" b="1" dirty="0">
              <a:solidFill>
                <a:srgbClr val="000000"/>
              </a:solidFill>
              <a:latin typeface="Nunito"/>
              <a:ea typeface="Nunito"/>
              <a:cs typeface="Nunito"/>
              <a:sym typeface="Nunito"/>
            </a:endParaRPr>
          </a:p>
          <a:p>
            <a:pPr marL="0" lvl="0" indent="0" algn="l" rtl="0">
              <a:lnSpc>
                <a:spcPct val="100000"/>
              </a:lnSpc>
              <a:spcBef>
                <a:spcPts val="0"/>
              </a:spcBef>
              <a:spcAft>
                <a:spcPts val="0"/>
              </a:spcAft>
              <a:buSzPts val="3000"/>
              <a:buNone/>
            </a:pPr>
            <a:endParaRPr sz="200" b="1" dirty="0">
              <a:solidFill>
                <a:srgbClr val="000000"/>
              </a:solidFill>
              <a:latin typeface="Nunito"/>
              <a:ea typeface="Nunito"/>
              <a:cs typeface="Nunito"/>
              <a:sym typeface="Nunito"/>
            </a:endParaRPr>
          </a:p>
          <a:p>
            <a:pPr marL="0" lvl="0" indent="0" algn="l" rtl="0">
              <a:lnSpc>
                <a:spcPct val="100000"/>
              </a:lnSpc>
              <a:spcBef>
                <a:spcPts val="0"/>
              </a:spcBef>
              <a:spcAft>
                <a:spcPts val="0"/>
              </a:spcAft>
              <a:buSzPts val="3000"/>
              <a:buNone/>
            </a:pPr>
            <a:endParaRPr sz="200" b="1" dirty="0">
              <a:solidFill>
                <a:srgbClr val="000000"/>
              </a:solidFill>
              <a:latin typeface="Nunito"/>
              <a:ea typeface="Nunito"/>
              <a:cs typeface="Nunito"/>
              <a:sym typeface="Nunito"/>
            </a:endParaRPr>
          </a:p>
          <a:p>
            <a:pPr marL="0" lvl="0" indent="0" algn="l" rtl="0">
              <a:lnSpc>
                <a:spcPct val="100000"/>
              </a:lnSpc>
              <a:spcBef>
                <a:spcPts val="0"/>
              </a:spcBef>
              <a:spcAft>
                <a:spcPts val="0"/>
              </a:spcAft>
              <a:buSzPts val="3000"/>
              <a:buNone/>
            </a:pPr>
            <a:endParaRPr sz="200" b="1" dirty="0">
              <a:solidFill>
                <a:srgbClr val="000000"/>
              </a:solidFill>
              <a:latin typeface="Nunito"/>
              <a:ea typeface="Nunito"/>
              <a:cs typeface="Nunito"/>
              <a:sym typeface="Nunito"/>
            </a:endParaRPr>
          </a:p>
          <a:p>
            <a:pPr marL="0" lvl="0" indent="0" algn="l" rtl="0">
              <a:lnSpc>
                <a:spcPct val="100000"/>
              </a:lnSpc>
              <a:spcBef>
                <a:spcPts val="0"/>
              </a:spcBef>
              <a:spcAft>
                <a:spcPts val="0"/>
              </a:spcAft>
              <a:buSzPts val="3000"/>
              <a:buNone/>
            </a:pPr>
            <a:endParaRPr sz="200" b="1" dirty="0">
              <a:solidFill>
                <a:srgbClr val="000000"/>
              </a:solidFill>
              <a:latin typeface="Nunito"/>
              <a:ea typeface="Nunito"/>
              <a:cs typeface="Nunito"/>
              <a:sym typeface="Nunito"/>
            </a:endParaRPr>
          </a:p>
          <a:p>
            <a:pPr marL="0" lvl="0" indent="0" algn="l" rtl="0">
              <a:lnSpc>
                <a:spcPct val="100000"/>
              </a:lnSpc>
              <a:spcBef>
                <a:spcPts val="0"/>
              </a:spcBef>
              <a:spcAft>
                <a:spcPts val="0"/>
              </a:spcAft>
              <a:buSzPts val="3000"/>
              <a:buNone/>
            </a:pPr>
            <a:endParaRPr sz="800" b="1" dirty="0">
              <a:solidFill>
                <a:srgbClr val="000000"/>
              </a:solidFill>
              <a:latin typeface="Nunito"/>
              <a:ea typeface="Nunito"/>
              <a:cs typeface="Nunito"/>
              <a:sym typeface="Nunito"/>
            </a:endParaRPr>
          </a:p>
          <a:p>
            <a:pPr marL="0" lvl="0" indent="0" algn="l" rtl="0">
              <a:lnSpc>
                <a:spcPct val="100000"/>
              </a:lnSpc>
              <a:spcBef>
                <a:spcPts val="0"/>
              </a:spcBef>
              <a:spcAft>
                <a:spcPts val="0"/>
              </a:spcAft>
              <a:buSzPts val="3000"/>
              <a:buNone/>
            </a:pPr>
            <a:r>
              <a:rPr lang="en" sz="1400" b="1" dirty="0">
                <a:solidFill>
                  <a:srgbClr val="000000"/>
                </a:solidFill>
                <a:latin typeface="Nunito"/>
                <a:ea typeface="Nunito"/>
                <a:cs typeface="Nunito"/>
                <a:sym typeface="Nunito"/>
              </a:rPr>
              <a:t>Equal to: </a:t>
            </a:r>
            <a:r>
              <a:rPr lang="en-ZA" sz="1400" b="1" u="sng" dirty="0">
                <a:solidFill>
                  <a:srgbClr val="A64D79"/>
                </a:solidFill>
                <a:latin typeface="Nunito"/>
                <a:ea typeface="Nunito"/>
                <a:cs typeface="Nunito"/>
                <a:sym typeface="Nunito"/>
              </a:rPr>
              <a:t>B-62 &amp; L-35</a:t>
            </a:r>
            <a:endParaRPr sz="1400" b="1" u="sng" dirty="0">
              <a:solidFill>
                <a:srgbClr val="A64D79"/>
              </a:solidFill>
              <a:latin typeface="Nunito"/>
              <a:ea typeface="Nunito"/>
              <a:cs typeface="Nunito"/>
              <a:sym typeface="Nunito"/>
            </a:endParaRPr>
          </a:p>
          <a:p>
            <a:pPr marL="0" lvl="0" indent="0" algn="l" rtl="0">
              <a:lnSpc>
                <a:spcPct val="100000"/>
              </a:lnSpc>
              <a:spcBef>
                <a:spcPts val="0"/>
              </a:spcBef>
              <a:spcAft>
                <a:spcPts val="0"/>
              </a:spcAft>
              <a:buSzPts val="3000"/>
              <a:buNone/>
            </a:pPr>
            <a:br>
              <a:rPr lang="en-ZA" sz="1400" b="1" dirty="0">
                <a:solidFill>
                  <a:srgbClr val="FF0000"/>
                </a:solidFill>
                <a:latin typeface="Nunito"/>
                <a:ea typeface="Nunito"/>
                <a:cs typeface="Nunito"/>
                <a:sym typeface="Nunito"/>
              </a:rPr>
            </a:br>
            <a:br>
              <a:rPr lang="en-ZA" sz="1400" b="1" dirty="0">
                <a:solidFill>
                  <a:srgbClr val="FF0000"/>
                </a:solidFill>
                <a:latin typeface="Nunito"/>
                <a:ea typeface="Nunito"/>
                <a:cs typeface="Nunito"/>
                <a:sym typeface="Nunito"/>
              </a:rPr>
            </a:br>
            <a:br>
              <a:rPr lang="en-ZA" sz="1400" b="1" dirty="0">
                <a:solidFill>
                  <a:srgbClr val="FF0000"/>
                </a:solidFill>
                <a:latin typeface="Nunito"/>
                <a:ea typeface="Nunito"/>
                <a:cs typeface="Nunito"/>
                <a:sym typeface="Nunito"/>
              </a:rPr>
            </a:br>
            <a:br>
              <a:rPr lang="en-ZA" sz="1400" b="1" dirty="0">
                <a:solidFill>
                  <a:srgbClr val="FF0000"/>
                </a:solidFill>
                <a:latin typeface="Nunito"/>
                <a:ea typeface="Nunito"/>
                <a:cs typeface="Nunito"/>
                <a:sym typeface="Nunito"/>
              </a:rPr>
            </a:br>
            <a:endParaRPr sz="1200" b="1" dirty="0">
              <a:solidFill>
                <a:srgbClr val="FF0000"/>
              </a:solidFill>
              <a:latin typeface="Nunito"/>
              <a:ea typeface="Nunito"/>
              <a:cs typeface="Nunito"/>
              <a:sym typeface="Nunito"/>
            </a:endParaRPr>
          </a:p>
          <a:p>
            <a:pPr lvl="0"/>
            <a:r>
              <a:rPr lang="en" sz="1400" b="1" dirty="0">
                <a:solidFill>
                  <a:srgbClr val="000000"/>
                </a:solidFill>
                <a:latin typeface="Nunito"/>
                <a:ea typeface="Nunito"/>
                <a:cs typeface="Nunito"/>
                <a:sym typeface="Nunito"/>
              </a:rPr>
              <a:t>Double sign: </a:t>
            </a:r>
            <a:r>
              <a:rPr lang="en-ZA" sz="1400" b="1" u="sng" dirty="0">
                <a:solidFill>
                  <a:srgbClr val="A64D79"/>
                </a:solidFill>
                <a:latin typeface="Nunito"/>
                <a:ea typeface="Nunito"/>
                <a:cs typeface="Nunito"/>
                <a:sym typeface="Nunito"/>
              </a:rPr>
              <a:t>B-63 &amp; L-36</a:t>
            </a:r>
            <a:endParaRPr sz="1400" b="1" dirty="0">
              <a:solidFill>
                <a:srgbClr val="000000"/>
              </a:solidFill>
              <a:latin typeface="Nunito"/>
              <a:ea typeface="Nunito"/>
              <a:cs typeface="Nunito"/>
              <a:sym typeface="Nunito"/>
            </a:endParaRPr>
          </a:p>
        </p:txBody>
      </p:sp>
      <p:pic>
        <p:nvPicPr>
          <p:cNvPr id="2" name="Picture 1">
            <a:extLst>
              <a:ext uri="{FF2B5EF4-FFF2-40B4-BE49-F238E27FC236}">
                <a16:creationId xmlns:a16="http://schemas.microsoft.com/office/drawing/2014/main" id="{3CA9B8E9-843B-44F8-A7C0-2D4B74519794}"/>
              </a:ext>
            </a:extLst>
          </p:cNvPr>
          <p:cNvPicPr>
            <a:picLocks noChangeAspect="1"/>
          </p:cNvPicPr>
          <p:nvPr/>
        </p:nvPicPr>
        <p:blipFill>
          <a:blip r:embed="rId3"/>
          <a:stretch>
            <a:fillRect/>
          </a:stretch>
        </p:blipFill>
        <p:spPr>
          <a:xfrm>
            <a:off x="122860" y="3021650"/>
            <a:ext cx="2610214" cy="828791"/>
          </a:xfrm>
          <a:prstGeom prst="rect">
            <a:avLst/>
          </a:prstGeom>
        </p:spPr>
      </p:pic>
      <p:pic>
        <p:nvPicPr>
          <p:cNvPr id="3" name="Picture 2">
            <a:extLst>
              <a:ext uri="{FF2B5EF4-FFF2-40B4-BE49-F238E27FC236}">
                <a16:creationId xmlns:a16="http://schemas.microsoft.com/office/drawing/2014/main" id="{81BAC6BD-0280-483C-AEEA-7C7917F6507E}"/>
              </a:ext>
            </a:extLst>
          </p:cNvPr>
          <p:cNvPicPr>
            <a:picLocks noChangeAspect="1"/>
          </p:cNvPicPr>
          <p:nvPr/>
        </p:nvPicPr>
        <p:blipFill>
          <a:blip r:embed="rId4"/>
          <a:stretch>
            <a:fillRect/>
          </a:stretch>
        </p:blipFill>
        <p:spPr>
          <a:xfrm>
            <a:off x="37123" y="4222385"/>
            <a:ext cx="2695951" cy="85737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2"/>
          <p:cNvSpPr txBox="1">
            <a:spLocks noGrp="1"/>
          </p:cNvSpPr>
          <p:nvPr>
            <p:ph type="title"/>
          </p:nvPr>
        </p:nvSpPr>
        <p:spPr>
          <a:xfrm>
            <a:off x="54975" y="518275"/>
            <a:ext cx="8967900" cy="26778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3000"/>
              <a:buNone/>
            </a:pPr>
            <a:r>
              <a:rPr lang="en" sz="2700" b="1" u="sng">
                <a:solidFill>
                  <a:srgbClr val="A64D79"/>
                </a:solidFill>
                <a:latin typeface="Nunito"/>
                <a:ea typeface="Nunito"/>
                <a:cs typeface="Nunito"/>
                <a:sym typeface="Nunito"/>
              </a:rPr>
              <a:t>Undefined &amp; Null:</a:t>
            </a:r>
            <a:endParaRPr sz="2700" b="1" u="sng">
              <a:solidFill>
                <a:srgbClr val="A64D79"/>
              </a:solidFill>
              <a:latin typeface="Nunito"/>
              <a:ea typeface="Nunito"/>
              <a:cs typeface="Nunito"/>
              <a:sym typeface="Nunito"/>
            </a:endParaRPr>
          </a:p>
          <a:p>
            <a:pPr marL="457200" lvl="0" indent="-323850" algn="l" rtl="0">
              <a:lnSpc>
                <a:spcPct val="100000"/>
              </a:lnSpc>
              <a:spcBef>
                <a:spcPts val="0"/>
              </a:spcBef>
              <a:spcAft>
                <a:spcPts val="0"/>
              </a:spcAft>
              <a:buClr>
                <a:srgbClr val="000000"/>
              </a:buClr>
              <a:buSzPts val="1500"/>
              <a:buFont typeface="Arial"/>
              <a:buChar char="●"/>
            </a:pPr>
            <a:r>
              <a:rPr lang="en" sz="1500" b="1">
                <a:solidFill>
                  <a:srgbClr val="A64D79"/>
                </a:solidFill>
                <a:latin typeface="Nunito"/>
                <a:ea typeface="Nunito"/>
                <a:cs typeface="Nunito"/>
                <a:sym typeface="Nunito"/>
              </a:rPr>
              <a:t>undefined</a:t>
            </a:r>
            <a:r>
              <a:rPr lang="en" sz="1500" b="1">
                <a:solidFill>
                  <a:srgbClr val="000000"/>
                </a:solidFill>
                <a:latin typeface="Nunito"/>
                <a:ea typeface="Nunito"/>
                <a:cs typeface="Nunito"/>
                <a:sym typeface="Nunito"/>
              </a:rPr>
              <a:t>: Happens automatically when a variable is declared but not assigned a value.</a:t>
            </a:r>
            <a:endParaRPr sz="1500" b="1">
              <a:solidFill>
                <a:srgbClr val="000000"/>
              </a:solidFill>
              <a:latin typeface="Nunito"/>
              <a:ea typeface="Nunito"/>
              <a:cs typeface="Nunito"/>
              <a:sym typeface="Nunito"/>
            </a:endParaRPr>
          </a:p>
          <a:p>
            <a:pPr marL="457200" lvl="0" indent="-323850" algn="l" rtl="0">
              <a:lnSpc>
                <a:spcPct val="100000"/>
              </a:lnSpc>
              <a:spcBef>
                <a:spcPts val="0"/>
              </a:spcBef>
              <a:spcAft>
                <a:spcPts val="0"/>
              </a:spcAft>
              <a:buClr>
                <a:srgbClr val="000000"/>
              </a:buClr>
              <a:buSzPts val="1500"/>
              <a:buFont typeface="Arial"/>
              <a:buChar char="●"/>
            </a:pPr>
            <a:r>
              <a:rPr lang="en" sz="1500" b="1">
                <a:solidFill>
                  <a:srgbClr val="A64D79"/>
                </a:solidFill>
                <a:latin typeface="Nunito"/>
                <a:ea typeface="Nunito"/>
                <a:cs typeface="Nunito"/>
                <a:sym typeface="Nunito"/>
              </a:rPr>
              <a:t>null</a:t>
            </a:r>
            <a:r>
              <a:rPr lang="en" sz="1500" b="1">
                <a:solidFill>
                  <a:srgbClr val="000000"/>
                </a:solidFill>
                <a:latin typeface="Nunito"/>
                <a:ea typeface="Nunito"/>
                <a:cs typeface="Nunito"/>
                <a:sym typeface="Nunito"/>
              </a:rPr>
              <a:t>: You set it manually to indicate that a variable has no value (intentionally empty).</a:t>
            </a:r>
            <a:endParaRPr sz="1500" b="1">
              <a:solidFill>
                <a:srgbClr val="000000"/>
              </a:solidFill>
              <a:latin typeface="Nunito"/>
              <a:ea typeface="Nunito"/>
              <a:cs typeface="Nunito"/>
              <a:sym typeface="Nunito"/>
            </a:endParaRPr>
          </a:p>
          <a:p>
            <a:pPr marL="0" lvl="0" indent="0" algn="l" rtl="0">
              <a:lnSpc>
                <a:spcPct val="100000"/>
              </a:lnSpc>
              <a:spcBef>
                <a:spcPts val="0"/>
              </a:spcBef>
              <a:spcAft>
                <a:spcPts val="0"/>
              </a:spcAft>
              <a:buSzPts val="3000"/>
              <a:buNone/>
            </a:pPr>
            <a:endParaRPr sz="1500" b="1">
              <a:solidFill>
                <a:srgbClr val="A64D79"/>
              </a:solidFill>
              <a:latin typeface="Nunito"/>
              <a:ea typeface="Nunito"/>
              <a:cs typeface="Nunito"/>
              <a:sym typeface="Nunito"/>
            </a:endParaRPr>
          </a:p>
          <a:p>
            <a:pPr marL="0" lvl="0" indent="0" algn="l" rtl="0">
              <a:lnSpc>
                <a:spcPct val="100000"/>
              </a:lnSpc>
              <a:spcBef>
                <a:spcPts val="0"/>
              </a:spcBef>
              <a:spcAft>
                <a:spcPts val="0"/>
              </a:spcAft>
              <a:buSzPts val="3000"/>
              <a:buNone/>
            </a:pPr>
            <a:endParaRPr sz="1500" b="1">
              <a:solidFill>
                <a:srgbClr val="A64D79"/>
              </a:solidFill>
              <a:latin typeface="Nunito"/>
              <a:ea typeface="Nunito"/>
              <a:cs typeface="Nunito"/>
              <a:sym typeface="Nunito"/>
            </a:endParaRPr>
          </a:p>
        </p:txBody>
      </p:sp>
      <p:pic>
        <p:nvPicPr>
          <p:cNvPr id="152" name="Google Shape;152;p22"/>
          <p:cNvPicPr preferRelativeResize="0"/>
          <p:nvPr/>
        </p:nvPicPr>
        <p:blipFill rotWithShape="1">
          <a:blip r:embed="rId3">
            <a:alphaModFix/>
          </a:blip>
          <a:srcRect/>
          <a:stretch/>
        </p:blipFill>
        <p:spPr>
          <a:xfrm>
            <a:off x="315095" y="1649096"/>
            <a:ext cx="7181732" cy="151354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3"/>
          <p:cNvSpPr txBox="1"/>
          <p:nvPr/>
        </p:nvSpPr>
        <p:spPr>
          <a:xfrm>
            <a:off x="0" y="0"/>
            <a:ext cx="9144000" cy="688500"/>
          </a:xfrm>
          <a:prstGeom prst="rect">
            <a:avLst/>
          </a:prstGeom>
          <a:gradFill>
            <a:gsLst>
              <a:gs pos="0">
                <a:srgbClr val="A8B8DF"/>
              </a:gs>
              <a:gs pos="100000">
                <a:srgbClr val="516DB4"/>
              </a:gs>
            </a:gsLst>
            <a:lin ang="5400012" scaled="0"/>
          </a:grad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3033"/>
              <a:buFont typeface="Arial"/>
              <a:buNone/>
            </a:pPr>
            <a:r>
              <a:rPr lang="en" sz="3033" b="1" i="0" u="none" strike="noStrike" cap="none">
                <a:solidFill>
                  <a:schemeClr val="lt1"/>
                </a:solidFill>
                <a:latin typeface="Nunito"/>
                <a:ea typeface="Nunito"/>
                <a:cs typeface="Nunito"/>
                <a:sym typeface="Nunito"/>
              </a:rPr>
              <a:t>Using Slice method</a:t>
            </a:r>
            <a:endParaRPr sz="2700" b="1" i="0" u="sng" strike="noStrike" cap="none">
              <a:solidFill>
                <a:schemeClr val="lt1"/>
              </a:solidFill>
              <a:latin typeface="Nunito"/>
              <a:ea typeface="Nunito"/>
              <a:cs typeface="Nunito"/>
              <a:sym typeface="Nunito"/>
            </a:endParaRPr>
          </a:p>
        </p:txBody>
      </p:sp>
      <p:sp>
        <p:nvSpPr>
          <p:cNvPr id="158" name="Google Shape;158;p23"/>
          <p:cNvSpPr txBox="1">
            <a:spLocks noGrp="1"/>
          </p:cNvSpPr>
          <p:nvPr>
            <p:ph type="title"/>
          </p:nvPr>
        </p:nvSpPr>
        <p:spPr>
          <a:xfrm>
            <a:off x="0" y="688500"/>
            <a:ext cx="9144000" cy="32142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Clr>
                <a:srgbClr val="000000"/>
              </a:buClr>
              <a:buSzPct val="157901"/>
              <a:buFont typeface="Arial"/>
              <a:buNone/>
            </a:pPr>
            <a:r>
              <a:rPr lang="en" sz="2111" b="1" dirty="0">
                <a:solidFill>
                  <a:srgbClr val="000000"/>
                </a:solidFill>
                <a:latin typeface="Nunito"/>
                <a:ea typeface="Nunito"/>
                <a:cs typeface="Nunito"/>
                <a:sym typeface="Nunito"/>
              </a:rPr>
              <a:t>A </a:t>
            </a:r>
            <a:r>
              <a:rPr lang="en" sz="2111" b="1" dirty="0">
                <a:solidFill>
                  <a:srgbClr val="A64D79"/>
                </a:solidFill>
                <a:latin typeface="Nunito"/>
                <a:ea typeface="Nunito"/>
                <a:cs typeface="Nunito"/>
                <a:sym typeface="Nunito"/>
              </a:rPr>
              <a:t>slice()</a:t>
            </a:r>
            <a:r>
              <a:rPr lang="en" sz="2111" b="1" dirty="0">
                <a:solidFill>
                  <a:srgbClr val="000000"/>
                </a:solidFill>
                <a:latin typeface="Nunito"/>
                <a:ea typeface="Nunito"/>
                <a:cs typeface="Nunito"/>
                <a:sym typeface="Nunito"/>
              </a:rPr>
              <a:t> is the method used to extract a section of the array and returns it as a new array, without modifying the original array.</a:t>
            </a:r>
            <a:endParaRPr sz="2111" b="1" dirty="0">
              <a:solidFill>
                <a:srgbClr val="000000"/>
              </a:solidFill>
              <a:latin typeface="Nunito"/>
              <a:ea typeface="Nunito"/>
              <a:cs typeface="Nunito"/>
              <a:sym typeface="Nunito"/>
            </a:endParaRPr>
          </a:p>
          <a:p>
            <a:pPr marL="457200" lvl="0" indent="0" algn="l" rtl="0">
              <a:lnSpc>
                <a:spcPct val="100000"/>
              </a:lnSpc>
              <a:spcBef>
                <a:spcPts val="0"/>
              </a:spcBef>
              <a:spcAft>
                <a:spcPts val="0"/>
              </a:spcAft>
              <a:buClr>
                <a:srgbClr val="000000"/>
              </a:buClr>
              <a:buSzPct val="230768"/>
              <a:buFont typeface="Arial"/>
              <a:buNone/>
            </a:pPr>
            <a:endParaRPr sz="1300" b="1" dirty="0">
              <a:solidFill>
                <a:srgbClr val="000000"/>
              </a:solidFill>
              <a:latin typeface="Nunito"/>
              <a:ea typeface="Nunito"/>
              <a:cs typeface="Nunito"/>
              <a:sym typeface="Nunito"/>
            </a:endParaRPr>
          </a:p>
          <a:p>
            <a:pPr marL="0" lvl="0" indent="0" algn="l" rtl="0">
              <a:lnSpc>
                <a:spcPct val="100000"/>
              </a:lnSpc>
              <a:spcBef>
                <a:spcPts val="0"/>
              </a:spcBef>
              <a:spcAft>
                <a:spcPts val="0"/>
              </a:spcAft>
              <a:buClr>
                <a:srgbClr val="000000"/>
              </a:buClr>
              <a:buSzPct val="156975"/>
              <a:buFont typeface="Arial"/>
              <a:buNone/>
            </a:pPr>
            <a:r>
              <a:rPr lang="en" sz="1911" b="1" dirty="0">
                <a:solidFill>
                  <a:srgbClr val="000000"/>
                </a:solidFill>
                <a:latin typeface="Nunito"/>
                <a:ea typeface="Nunito"/>
                <a:cs typeface="Nunito"/>
                <a:sym typeface="Nunito"/>
              </a:rPr>
              <a:t>Example 1: </a:t>
            </a:r>
            <a:r>
              <a:rPr lang="en-ZA" sz="1911" b="1" u="sng" dirty="0">
                <a:solidFill>
                  <a:srgbClr val="A64D79"/>
                </a:solidFill>
                <a:latin typeface="Nunito"/>
                <a:ea typeface="Nunito"/>
                <a:cs typeface="Nunito"/>
                <a:sym typeface="Nunito"/>
              </a:rPr>
              <a:t>B-41 &amp; L-27</a:t>
            </a:r>
            <a:endParaRPr sz="1911" b="1" u="sng" dirty="0">
              <a:solidFill>
                <a:srgbClr val="A64D79"/>
              </a:solidFill>
              <a:latin typeface="Nunito"/>
              <a:ea typeface="Nunito"/>
              <a:cs typeface="Nunito"/>
              <a:sym typeface="Nunito"/>
            </a:endParaRPr>
          </a:p>
          <a:p>
            <a:pPr marL="0" lvl="0" indent="0" algn="l" rtl="0">
              <a:lnSpc>
                <a:spcPct val="100000"/>
              </a:lnSpc>
              <a:spcBef>
                <a:spcPts val="0"/>
              </a:spcBef>
              <a:spcAft>
                <a:spcPts val="0"/>
              </a:spcAft>
              <a:buClr>
                <a:srgbClr val="000000"/>
              </a:buClr>
              <a:buSzPct val="156975"/>
              <a:buFont typeface="Arial"/>
              <a:buNone/>
            </a:pPr>
            <a:r>
              <a:rPr lang="en" sz="1911" b="1" dirty="0">
                <a:solidFill>
                  <a:srgbClr val="A64D79"/>
                </a:solidFill>
                <a:latin typeface="Nunito"/>
                <a:ea typeface="Nunito"/>
                <a:cs typeface="Nunito"/>
                <a:sym typeface="Nunito"/>
              </a:rPr>
              <a:t>"This is a long string".slice(0, 4);  </a:t>
            </a:r>
            <a:endParaRPr lang="en-US" sz="1911" b="1" dirty="0">
              <a:solidFill>
                <a:srgbClr val="A64D79"/>
              </a:solidFill>
              <a:latin typeface="Nunito"/>
              <a:ea typeface="Nunito"/>
              <a:cs typeface="Nunito"/>
              <a:sym typeface="Nunito"/>
            </a:endParaRPr>
          </a:p>
          <a:p>
            <a:pPr marL="457200" lvl="0" indent="-337932" algn="l" rtl="0">
              <a:lnSpc>
                <a:spcPct val="100000"/>
              </a:lnSpc>
              <a:spcBef>
                <a:spcPts val="0"/>
              </a:spcBef>
              <a:spcAft>
                <a:spcPts val="0"/>
              </a:spcAft>
              <a:buClr>
                <a:srgbClr val="000000"/>
              </a:buClr>
              <a:buSzPct val="100000"/>
              <a:buFont typeface="Nunito"/>
              <a:buChar char="●"/>
            </a:pPr>
            <a:r>
              <a:rPr lang="en-US" sz="1911" b="1" dirty="0">
                <a:solidFill>
                  <a:srgbClr val="000000"/>
                </a:solidFill>
                <a:latin typeface="Nunito"/>
                <a:ea typeface="Nunito"/>
                <a:cs typeface="Nunito"/>
                <a:sym typeface="Nunito"/>
              </a:rPr>
              <a:t>The </a:t>
            </a:r>
            <a:r>
              <a:rPr lang="en-US" sz="1911" b="1" dirty="0">
                <a:solidFill>
                  <a:srgbClr val="A64D79"/>
                </a:solidFill>
                <a:latin typeface="Nunito"/>
                <a:ea typeface="Nunito"/>
                <a:cs typeface="Nunito"/>
                <a:sym typeface="Nunito"/>
              </a:rPr>
              <a:t>.slice(0, 4) </a:t>
            </a:r>
            <a:r>
              <a:rPr lang="en-US" sz="1911" b="1" dirty="0">
                <a:solidFill>
                  <a:srgbClr val="000000"/>
                </a:solidFill>
                <a:latin typeface="Nunito"/>
                <a:ea typeface="Nunito"/>
                <a:cs typeface="Nunito"/>
                <a:sym typeface="Nunito"/>
              </a:rPr>
              <a:t>method extracts characters from index </a:t>
            </a:r>
            <a:r>
              <a:rPr lang="en-US" sz="1911" b="1" dirty="0">
                <a:solidFill>
                  <a:srgbClr val="A64D79"/>
                </a:solidFill>
                <a:latin typeface="Nunito"/>
                <a:ea typeface="Nunito"/>
                <a:cs typeface="Nunito"/>
                <a:sym typeface="Nunito"/>
              </a:rPr>
              <a:t>0 </a:t>
            </a:r>
            <a:r>
              <a:rPr lang="en-US" sz="1911" b="1" dirty="0">
                <a:solidFill>
                  <a:srgbClr val="000000"/>
                </a:solidFill>
                <a:latin typeface="Nunito"/>
                <a:ea typeface="Nunito"/>
                <a:cs typeface="Nunito"/>
                <a:sym typeface="Nunito"/>
              </a:rPr>
              <a:t>to </a:t>
            </a:r>
            <a:r>
              <a:rPr lang="en-US" sz="1911" b="1" dirty="0">
                <a:solidFill>
                  <a:srgbClr val="A64D79"/>
                </a:solidFill>
                <a:latin typeface="Nunito"/>
                <a:ea typeface="Nunito"/>
                <a:cs typeface="Nunito"/>
                <a:sym typeface="Nunito"/>
              </a:rPr>
              <a:t>3</a:t>
            </a:r>
            <a:r>
              <a:rPr lang="en-US" sz="1911" b="1" dirty="0">
                <a:solidFill>
                  <a:srgbClr val="000000"/>
                </a:solidFill>
                <a:latin typeface="Nunito"/>
                <a:ea typeface="Nunito"/>
                <a:cs typeface="Nunito"/>
                <a:sym typeface="Nunito"/>
              </a:rPr>
              <a:t>, excluding index </a:t>
            </a:r>
            <a:r>
              <a:rPr lang="en-US" sz="1911" b="1" dirty="0">
                <a:solidFill>
                  <a:srgbClr val="A64D79"/>
                </a:solidFill>
                <a:latin typeface="Nunito"/>
                <a:ea typeface="Nunito"/>
                <a:cs typeface="Nunito"/>
                <a:sym typeface="Nunito"/>
              </a:rPr>
              <a:t>4</a:t>
            </a:r>
            <a:r>
              <a:rPr lang="en-US" sz="1911" b="1" dirty="0">
                <a:solidFill>
                  <a:srgbClr val="000000"/>
                </a:solidFill>
                <a:latin typeface="Nunito"/>
                <a:ea typeface="Nunito"/>
                <a:cs typeface="Nunito"/>
                <a:sym typeface="Nunito"/>
              </a:rPr>
              <a:t>.</a:t>
            </a:r>
          </a:p>
          <a:p>
            <a:pPr marL="457200" lvl="0" indent="-337932" algn="l" rtl="0">
              <a:lnSpc>
                <a:spcPct val="100000"/>
              </a:lnSpc>
              <a:spcBef>
                <a:spcPts val="0"/>
              </a:spcBef>
              <a:spcAft>
                <a:spcPts val="0"/>
              </a:spcAft>
              <a:buClr>
                <a:srgbClr val="000000"/>
              </a:buClr>
              <a:buSzPct val="100000"/>
              <a:buFont typeface="Nunito"/>
              <a:buChar char="●"/>
            </a:pPr>
            <a:r>
              <a:rPr lang="en" sz="1911" b="1" dirty="0">
                <a:solidFill>
                  <a:srgbClr val="000000"/>
                </a:solidFill>
                <a:latin typeface="Nunito"/>
                <a:ea typeface="Nunito"/>
                <a:cs typeface="Nunito"/>
                <a:sym typeface="Nunito"/>
              </a:rPr>
              <a:t>Which will display </a:t>
            </a:r>
            <a:r>
              <a:rPr lang="en" sz="1911" b="1" dirty="0">
                <a:solidFill>
                  <a:srgbClr val="A64D79"/>
                </a:solidFill>
                <a:latin typeface="Nunito"/>
                <a:ea typeface="Nunito"/>
                <a:cs typeface="Nunito"/>
                <a:sym typeface="Nunito"/>
              </a:rPr>
              <a:t>“This”</a:t>
            </a:r>
            <a:r>
              <a:rPr lang="en" sz="1911" b="1" dirty="0">
                <a:solidFill>
                  <a:srgbClr val="000000"/>
                </a:solidFill>
                <a:latin typeface="Nunito"/>
                <a:ea typeface="Nunito"/>
                <a:cs typeface="Nunito"/>
                <a:sym typeface="Nunito"/>
              </a:rPr>
              <a:t>.</a:t>
            </a:r>
            <a:endParaRPr sz="1911" b="1" dirty="0">
              <a:solidFill>
                <a:srgbClr val="000000"/>
              </a:solidFill>
              <a:latin typeface="Nunito"/>
              <a:ea typeface="Nunito"/>
              <a:cs typeface="Nunito"/>
              <a:sym typeface="Nunito"/>
            </a:endParaRPr>
          </a:p>
          <a:p>
            <a:pPr marL="0" lvl="0" indent="0" algn="l" rtl="0">
              <a:lnSpc>
                <a:spcPct val="100000"/>
              </a:lnSpc>
              <a:spcBef>
                <a:spcPts val="0"/>
              </a:spcBef>
              <a:spcAft>
                <a:spcPts val="0"/>
              </a:spcAft>
              <a:buClr>
                <a:srgbClr val="000000"/>
              </a:buClr>
              <a:buSzPct val="214285"/>
              <a:buFont typeface="Arial"/>
              <a:buNone/>
            </a:pPr>
            <a:endParaRPr sz="1400" b="1" dirty="0">
              <a:solidFill>
                <a:srgbClr val="000000"/>
              </a:solidFill>
              <a:latin typeface="Nunito"/>
              <a:ea typeface="Nunito"/>
              <a:cs typeface="Nunito"/>
              <a:sym typeface="Nunito"/>
            </a:endParaRPr>
          </a:p>
          <a:p>
            <a:pPr marL="0" lvl="0" indent="0" algn="l" rtl="0">
              <a:lnSpc>
                <a:spcPct val="100000"/>
              </a:lnSpc>
              <a:spcBef>
                <a:spcPts val="0"/>
              </a:spcBef>
              <a:spcAft>
                <a:spcPts val="0"/>
              </a:spcAft>
              <a:buClr>
                <a:srgbClr val="000000"/>
              </a:buClr>
              <a:buSzPct val="156975"/>
              <a:buFont typeface="Arial"/>
              <a:buNone/>
            </a:pPr>
            <a:r>
              <a:rPr lang="en" sz="1911" b="1" dirty="0">
                <a:solidFill>
                  <a:srgbClr val="000000"/>
                </a:solidFill>
                <a:latin typeface="Nunito"/>
                <a:ea typeface="Nunito"/>
                <a:cs typeface="Nunito"/>
                <a:sym typeface="Nunito"/>
              </a:rPr>
              <a:t>Example 2: </a:t>
            </a:r>
            <a:endParaRPr sz="1911" b="1" dirty="0">
              <a:solidFill>
                <a:srgbClr val="000000"/>
              </a:solidFill>
              <a:latin typeface="Nunito"/>
              <a:ea typeface="Nunito"/>
              <a:cs typeface="Nunito"/>
              <a:sym typeface="Nunito"/>
            </a:endParaRPr>
          </a:p>
          <a:p>
            <a:pPr marL="0" lvl="0" indent="0" algn="l" rtl="0">
              <a:lnSpc>
                <a:spcPct val="100000"/>
              </a:lnSpc>
              <a:spcBef>
                <a:spcPts val="0"/>
              </a:spcBef>
              <a:spcAft>
                <a:spcPts val="0"/>
              </a:spcAft>
              <a:buClr>
                <a:srgbClr val="000000"/>
              </a:buClr>
              <a:buSzPct val="156975"/>
              <a:buFont typeface="Arial"/>
              <a:buNone/>
            </a:pPr>
            <a:r>
              <a:rPr lang="en" sz="1911" b="1" dirty="0">
                <a:solidFill>
                  <a:srgbClr val="A64D79"/>
                </a:solidFill>
                <a:latin typeface="Nunito"/>
                <a:ea typeface="Nunito"/>
                <a:cs typeface="Nunito"/>
                <a:sym typeface="Nunito"/>
              </a:rPr>
              <a:t>"Hello, World!".slice(7, 12);</a:t>
            </a:r>
            <a:endParaRPr sz="1911" b="1" dirty="0">
              <a:solidFill>
                <a:srgbClr val="A64D79"/>
              </a:solidFill>
              <a:latin typeface="Nunito"/>
              <a:ea typeface="Nunito"/>
              <a:cs typeface="Nunito"/>
              <a:sym typeface="Nunito"/>
            </a:endParaRPr>
          </a:p>
          <a:p>
            <a:pPr marL="457200" lvl="0" indent="-337932" algn="l" rtl="0">
              <a:lnSpc>
                <a:spcPct val="100000"/>
              </a:lnSpc>
              <a:spcBef>
                <a:spcPts val="0"/>
              </a:spcBef>
              <a:spcAft>
                <a:spcPts val="0"/>
              </a:spcAft>
              <a:buClr>
                <a:srgbClr val="000000"/>
              </a:buClr>
              <a:buSzPct val="100000"/>
              <a:buFont typeface="Nunito"/>
              <a:buChar char="●"/>
            </a:pPr>
            <a:r>
              <a:rPr lang="en" sz="1911" b="1" dirty="0">
                <a:solidFill>
                  <a:srgbClr val="000000"/>
                </a:solidFill>
                <a:latin typeface="Nunito"/>
                <a:ea typeface="Nunito"/>
                <a:cs typeface="Nunito"/>
                <a:sym typeface="Nunito"/>
              </a:rPr>
              <a:t>This will display </a:t>
            </a:r>
            <a:r>
              <a:rPr lang="en" sz="1911" b="1" dirty="0">
                <a:solidFill>
                  <a:srgbClr val="A64D79"/>
                </a:solidFill>
                <a:latin typeface="Nunito"/>
                <a:ea typeface="Nunito"/>
                <a:cs typeface="Nunito"/>
                <a:sym typeface="Nunito"/>
              </a:rPr>
              <a:t>“World”</a:t>
            </a:r>
            <a:endParaRPr sz="2000" b="1" dirty="0">
              <a:solidFill>
                <a:srgbClr val="A64D79"/>
              </a:solidFill>
              <a:latin typeface="Nunito"/>
              <a:ea typeface="Nunito"/>
              <a:cs typeface="Nunito"/>
              <a:sym typeface="Nunit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4"/>
          <p:cNvSpPr txBox="1"/>
          <p:nvPr/>
        </p:nvSpPr>
        <p:spPr>
          <a:xfrm>
            <a:off x="0" y="0"/>
            <a:ext cx="9144000" cy="688500"/>
          </a:xfrm>
          <a:prstGeom prst="rect">
            <a:avLst/>
          </a:prstGeom>
          <a:gradFill>
            <a:gsLst>
              <a:gs pos="0">
                <a:srgbClr val="A8B8DF"/>
              </a:gs>
              <a:gs pos="100000">
                <a:srgbClr val="516DB4"/>
              </a:gs>
            </a:gsLst>
            <a:lin ang="5400012" scaled="0"/>
          </a:grad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3033"/>
              <a:buFont typeface="Arial"/>
              <a:buNone/>
            </a:pPr>
            <a:r>
              <a:rPr lang="en" sz="3033" b="1" i="0" u="none" strike="noStrike" cap="none">
                <a:solidFill>
                  <a:schemeClr val="lt1"/>
                </a:solidFill>
                <a:latin typeface="Nunito"/>
                <a:ea typeface="Nunito"/>
                <a:cs typeface="Nunito"/>
                <a:sym typeface="Nunito"/>
              </a:rPr>
              <a:t>Practice Exercises </a:t>
            </a:r>
            <a:endParaRPr sz="2700" b="1" i="0" u="sng" strike="noStrike" cap="none">
              <a:solidFill>
                <a:schemeClr val="lt1"/>
              </a:solidFill>
              <a:latin typeface="Nunito"/>
              <a:ea typeface="Nunito"/>
              <a:cs typeface="Nunito"/>
              <a:sym typeface="Nunito"/>
            </a:endParaRPr>
          </a:p>
        </p:txBody>
      </p:sp>
      <p:sp>
        <p:nvSpPr>
          <p:cNvPr id="164" name="Google Shape;164;p24"/>
          <p:cNvSpPr txBox="1">
            <a:spLocks noGrp="1"/>
          </p:cNvSpPr>
          <p:nvPr>
            <p:ph type="title"/>
          </p:nvPr>
        </p:nvSpPr>
        <p:spPr>
          <a:xfrm>
            <a:off x="0" y="688499"/>
            <a:ext cx="9144000" cy="4209177"/>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3000"/>
              <a:buNone/>
            </a:pPr>
            <a:r>
              <a:rPr lang="en" sz="1900" b="1" dirty="0">
                <a:solidFill>
                  <a:srgbClr val="000000"/>
                </a:solidFill>
                <a:latin typeface="Nunito"/>
                <a:ea typeface="Nunito"/>
                <a:cs typeface="Nunito"/>
                <a:sym typeface="Nunito"/>
              </a:rPr>
              <a:t>Do all the try outs and upload to github.</a:t>
            </a:r>
            <a:endParaRPr sz="1900" b="1" dirty="0">
              <a:solidFill>
                <a:srgbClr val="000000"/>
              </a:solidFill>
              <a:latin typeface="Nunito"/>
              <a:ea typeface="Nunito"/>
              <a:cs typeface="Nunito"/>
              <a:sym typeface="Nunito"/>
            </a:endParaRPr>
          </a:p>
          <a:p>
            <a:pPr marL="457200" lvl="0" indent="-349250" algn="l" rtl="0">
              <a:lnSpc>
                <a:spcPct val="100000"/>
              </a:lnSpc>
              <a:spcBef>
                <a:spcPts val="0"/>
              </a:spcBef>
              <a:spcAft>
                <a:spcPts val="0"/>
              </a:spcAft>
              <a:buClr>
                <a:srgbClr val="000000"/>
              </a:buClr>
              <a:buSzPts val="1900"/>
              <a:buFont typeface="Nunito"/>
              <a:buChar char="●"/>
            </a:pPr>
            <a:r>
              <a:rPr lang="en" sz="1900" b="1" dirty="0">
                <a:solidFill>
                  <a:srgbClr val="000000"/>
                </a:solidFill>
                <a:latin typeface="Nunito"/>
                <a:ea typeface="Nunito"/>
                <a:cs typeface="Nunito"/>
                <a:sym typeface="Nunito"/>
              </a:rPr>
              <a:t>Page (B-44 &amp; L-17)</a:t>
            </a:r>
            <a:endParaRPr sz="1900" b="1" dirty="0">
              <a:solidFill>
                <a:srgbClr val="000000"/>
              </a:solidFill>
              <a:latin typeface="Nunito"/>
              <a:ea typeface="Nunito"/>
              <a:cs typeface="Nunito"/>
              <a:sym typeface="Nunito"/>
            </a:endParaRPr>
          </a:p>
          <a:p>
            <a:pPr marL="457200" lvl="0" indent="-349250" algn="l" rtl="0">
              <a:lnSpc>
                <a:spcPct val="100000"/>
              </a:lnSpc>
              <a:spcBef>
                <a:spcPts val="0"/>
              </a:spcBef>
              <a:spcAft>
                <a:spcPts val="0"/>
              </a:spcAft>
              <a:buClr>
                <a:srgbClr val="000000"/>
              </a:buClr>
              <a:buSzPts val="1900"/>
              <a:buFont typeface="Nunito"/>
              <a:buChar char="●"/>
            </a:pPr>
            <a:r>
              <a:rPr lang="en" sz="1900" b="1" dirty="0">
                <a:solidFill>
                  <a:srgbClr val="000000"/>
                </a:solidFill>
                <a:latin typeface="Nunito"/>
                <a:ea typeface="Nunito"/>
                <a:cs typeface="Nunito"/>
                <a:sym typeface="Nunito"/>
              </a:rPr>
              <a:t>Page (B-50 &amp; L-23)</a:t>
            </a:r>
            <a:endParaRPr sz="1900" b="1" dirty="0">
              <a:solidFill>
                <a:srgbClr val="000000"/>
              </a:solidFill>
              <a:latin typeface="Nunito"/>
              <a:ea typeface="Nunito"/>
              <a:cs typeface="Nunito"/>
              <a:sym typeface="Nunito"/>
            </a:endParaRPr>
          </a:p>
          <a:p>
            <a:pPr marL="457200" lvl="0" indent="-349250" algn="l" rtl="0">
              <a:lnSpc>
                <a:spcPct val="100000"/>
              </a:lnSpc>
              <a:spcBef>
                <a:spcPts val="0"/>
              </a:spcBef>
              <a:spcAft>
                <a:spcPts val="0"/>
              </a:spcAft>
              <a:buClr>
                <a:srgbClr val="000000"/>
              </a:buClr>
              <a:buSzPts val="1900"/>
              <a:buFont typeface="Nunito"/>
              <a:buChar char="●"/>
            </a:pPr>
            <a:r>
              <a:rPr lang="en" sz="1900" b="1">
                <a:solidFill>
                  <a:srgbClr val="000000"/>
                </a:solidFill>
                <a:latin typeface="Nunito"/>
                <a:ea typeface="Nunito"/>
                <a:cs typeface="Nunito"/>
                <a:sym typeface="Nunito"/>
              </a:rPr>
              <a:t>Page (B-64 &amp; L-37)</a:t>
            </a:r>
            <a:endParaRPr sz="1900" b="1">
              <a:solidFill>
                <a:srgbClr val="000000"/>
              </a:solidFill>
              <a:latin typeface="Nunito"/>
              <a:ea typeface="Nunito"/>
              <a:cs typeface="Nunito"/>
              <a:sym typeface="Nunito"/>
            </a:endParaRPr>
          </a:p>
        </p:txBody>
      </p:sp>
      <p:pic>
        <p:nvPicPr>
          <p:cNvPr id="165" name="Google Shape;165;p24"/>
          <p:cNvPicPr preferRelativeResize="0"/>
          <p:nvPr/>
        </p:nvPicPr>
        <p:blipFill rotWithShape="1">
          <a:blip r:embed="rId3">
            <a:alphaModFix/>
          </a:blip>
          <a:srcRect/>
          <a:stretch/>
        </p:blipFill>
        <p:spPr>
          <a:xfrm>
            <a:off x="3948488" y="1217100"/>
            <a:ext cx="2943225" cy="28194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5"/>
          <p:cNvSpPr txBox="1">
            <a:spLocks noGrp="1"/>
          </p:cNvSpPr>
          <p:nvPr>
            <p:ph type="title"/>
          </p:nvPr>
        </p:nvSpPr>
        <p:spPr>
          <a:xfrm>
            <a:off x="290450" y="989650"/>
            <a:ext cx="5818500" cy="4090800"/>
          </a:xfrm>
          <a:prstGeom prst="rect">
            <a:avLst/>
          </a:prstGeom>
          <a:no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3800"/>
              <a:buNone/>
            </a:pPr>
            <a:r>
              <a:rPr lang="en" sz="6000" b="1">
                <a:solidFill>
                  <a:srgbClr val="000000"/>
                </a:solidFill>
                <a:latin typeface="Playfair Display"/>
                <a:ea typeface="Playfair Display"/>
                <a:cs typeface="Playfair Display"/>
                <a:sym typeface="Playfair Display"/>
              </a:rPr>
              <a:t>End Of Chapter 2</a:t>
            </a:r>
            <a:endParaRPr sz="6000" b="1" dirty="0">
              <a:solidFill>
                <a:srgbClr val="000000"/>
              </a:solidFill>
              <a:latin typeface="Playfair Display"/>
              <a:ea typeface="Playfair Display"/>
              <a:cs typeface="Playfair Display"/>
              <a:sym typeface="Playfair Display"/>
            </a:endParaRPr>
          </a:p>
        </p:txBody>
      </p:sp>
      <p:pic>
        <p:nvPicPr>
          <p:cNvPr id="3" name="Picture 2">
            <a:extLst>
              <a:ext uri="{FF2B5EF4-FFF2-40B4-BE49-F238E27FC236}">
                <a16:creationId xmlns:a16="http://schemas.microsoft.com/office/drawing/2014/main" id="{BB578014-1FDF-40F1-806E-AA345A22C0F6}"/>
              </a:ext>
            </a:extLst>
          </p:cNvPr>
          <p:cNvPicPr>
            <a:picLocks noChangeAspect="1"/>
          </p:cNvPicPr>
          <p:nvPr/>
        </p:nvPicPr>
        <p:blipFill>
          <a:blip r:embed="rId3"/>
          <a:stretch>
            <a:fillRect/>
          </a:stretch>
        </p:blipFill>
        <p:spPr>
          <a:xfrm>
            <a:off x="6108950" y="1"/>
            <a:ext cx="3035050" cy="2016690"/>
          </a:xfrm>
          <a:prstGeom prst="rect">
            <a:avLst/>
          </a:prstGeom>
        </p:spPr>
      </p:pic>
    </p:spTree>
  </p:cSld>
  <p:clrMapOvr>
    <a:masterClrMapping/>
  </p:clrMapOvr>
</p:sld>
</file>

<file path=ppt/theme/theme1.xml><?xml version="1.0" encoding="utf-8"?>
<a:theme xmlns:a="http://schemas.openxmlformats.org/drawingml/2006/main"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649</TotalTime>
  <Words>862</Words>
  <Application>Microsoft Office PowerPoint</Application>
  <PresentationFormat>On-screen Show (16:9)</PresentationFormat>
  <Paragraphs>93</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Roboto</vt:lpstr>
      <vt:lpstr>Playfair Display</vt:lpstr>
      <vt:lpstr>Nunito</vt:lpstr>
      <vt:lpstr>Arial</vt:lpstr>
      <vt:lpstr>Geometric</vt:lpstr>
      <vt:lpstr>Intro To Programming JavaScript</vt:lpstr>
      <vt:lpstr>Brief Summary Of Chapter 2 What is data Types of Data Variables Using slice method</vt:lpstr>
      <vt:lpstr>Data is information we collect and save for later, to use in various ways. It comes in different forms like words, numbers, pictures, sounds, and videos, and we can store it on computers to work with or look at whenever we need to.</vt:lpstr>
      <vt:lpstr>PowerPoint Presentation</vt:lpstr>
      <vt:lpstr>Reference : Reference data types are passed by reference. This means that if you assign one reference type to another, both variables will point to the same location in memory. So, if you change one of them, the other will also change. </vt:lpstr>
      <vt:lpstr>Numbers in JavaScript are like the digits you use for counting or measuring things. They can be whole numbers, or floating-point numbers (num with a decimal point) such as 5, 10.25 and -3.14.  Strings in JavaScript, strings are what we use to represent text. Your name or your email address can both be represented as strings in JavaScript.  e.g., “My first string”;  Booleans are values that can either be true or false.  AND (&amp;&amp;) Operator: If both outputs are true = True If first output is true and the other is false = False If first output is false and the other is true = False If both outputs are false = False  OR (||) Operator: If both outputs are true = True If first output is true and the other is false = True If first output is false and the other is true = True If both outputs are false = False   !(NOT):  //Use it to turn false into true or true into false.  </vt:lpstr>
      <vt:lpstr>Think of variables as labeled boxes where you can store different values. You can name each box (variable name) and put a value inside it. Later, you can access or modify the contents by referring to the box's name. To update the value, simply assign a new value using “=”.  Example: B44 - 45 &amp; L17 - 18 var nick; This line creates a variable named nick with an undefined value because no value was assigned. var age = 12; This line assigns the value 12 to the variable age, and the value will be displayed when you reference the variable.</vt:lpstr>
      <vt:lpstr> A) Joining strings together: B-52 &amp; L-25      B) Finding the length of a string use:      C) Getting a single character:  B-53 &amp; L-26       D) Numbers and operators: B-42 &amp; L-15    E) Post Incrementing: B-48 &amp; L-21</vt:lpstr>
      <vt:lpstr>Examples: Changing string to lower or upper case:          B-55 &amp; L-28  "Hello there, how are you doing?".toUpperCase();          //"HELLO THERE, HOW ARE YOU DOING?"  "hELlo THERE, hOW ARE yOu doINg?".toLowerCase();  //"hello there, how are you doing?"  Assigning, Equal to And Double equals: A single = sign is to assign a value to a variable A Double == sign is to converting a value from one data type to another The triple === sign means equal to      Equal to: B-62 &amp; L-35      Double sign: B-63 &amp; L-36</vt:lpstr>
      <vt:lpstr>Undefined &amp; Null: undefined: Happens automatically when a variable is declared but not assigned a value. null: You set it manually to indicate that a variable has no value (intentionally empty).  </vt:lpstr>
      <vt:lpstr>A slice() is the method used to extract a section of the array and returns it as a new array, without modifying the original array.  Example 1: B-41 &amp; L-27 "This is a long string".slice(0, 4);   The .slice(0, 4) method extracts characters from index 0 to 3, excluding index 4. Which will display “This”.  Example 2:  "Hello, World!".slice(7, 12); This will display “World”</vt:lpstr>
      <vt:lpstr>Do all the try outs and upload to github. Page (B-44 &amp; L-17) Page (B-50 &amp; L-23) Page (B-64 &amp; L-37)</vt:lpstr>
      <vt:lpstr>End Of Chapter 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 To Programming JavaScript</dc:title>
  <cp:lastModifiedBy>ST MARY'S P/S</cp:lastModifiedBy>
  <cp:revision>16</cp:revision>
  <dcterms:modified xsi:type="dcterms:W3CDTF">2025-07-08T12:24:58Z</dcterms:modified>
</cp:coreProperties>
</file>